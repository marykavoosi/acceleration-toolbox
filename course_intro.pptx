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handoutMasterIdLst>
    <p:handoutMasterId r:id="rId12"/>
  </p:handoutMasterIdLst>
  <p:sldIdLst>
    <p:sldId id="281" r:id="rId2"/>
    <p:sldId id="369" r:id="rId3"/>
    <p:sldId id="370" r:id="rId4"/>
    <p:sldId id="371" r:id="rId5"/>
    <p:sldId id="372" r:id="rId6"/>
    <p:sldId id="373" r:id="rId7"/>
    <p:sldId id="366" r:id="rId8"/>
    <p:sldId id="365" r:id="rId9"/>
    <p:sldId id="266" r:id="rId10"/>
  </p:sldIdLst>
  <p:sldSz cx="12192000" cy="6858000"/>
  <p:notesSz cx="9144000" cy="6858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545" userDrawn="1">
          <p15:clr>
            <a:srgbClr val="A4A3A4"/>
          </p15:clr>
        </p15:guide>
      </p15:sldGuideLst>
    </p:ext>
    <p:ext uri="{2D200454-40CA-4A62-9FC3-DE9A4176ACB9}">
      <p15:notesGuideLst xmlns:p15="http://schemas.microsoft.com/office/powerpoint/2012/main">
        <p15:guide id="1" orient="horz" pos="2160" userDrawn="1">
          <p15:clr>
            <a:srgbClr val="A4A3A4"/>
          </p15:clr>
        </p15:guide>
        <p15:guide id="2" pos="288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A0CB"/>
    <a:srgbClr val="15BEF0"/>
    <a:srgbClr val="4CC3F4"/>
    <a:srgbClr val="00AAF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7" autoAdjust="0"/>
    <p:restoredTop sz="94660"/>
  </p:normalViewPr>
  <p:slideViewPr>
    <p:cSldViewPr snapToGrid="0">
      <p:cViewPr varScale="1">
        <p:scale>
          <a:sx n="111" d="100"/>
          <a:sy n="111" d="100"/>
        </p:scale>
        <p:origin x="456" y="96"/>
      </p:cViewPr>
      <p:guideLst>
        <p:guide orient="horz" pos="1026"/>
        <p:guide pos="3545"/>
      </p:guideLst>
    </p:cSldViewPr>
  </p:slideViewPr>
  <p:notesTextViewPr>
    <p:cViewPr>
      <p:scale>
        <a:sx n="3" d="2"/>
        <a:sy n="3" d="2"/>
      </p:scale>
      <p:origin x="0" y="0"/>
    </p:cViewPr>
  </p:notesTextViewPr>
  <p:sorterViewPr>
    <p:cViewPr>
      <p:scale>
        <a:sx n="66" d="100"/>
        <a:sy n="66" d="100"/>
      </p:scale>
      <p:origin x="0" y="0"/>
    </p:cViewPr>
  </p:sorterViewPr>
  <p:notesViewPr>
    <p:cSldViewPr snapToGrid="0" showGuides="1">
      <p:cViewPr varScale="1">
        <p:scale>
          <a:sx n="132" d="100"/>
          <a:sy n="132" d="100"/>
        </p:scale>
        <p:origin x="2600" y="17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C659C8-08AF-4C7B-95C0-6ED96EE71E16}"/>
              </a:ext>
            </a:extLst>
          </p:cNvPr>
          <p:cNvSpPr>
            <a:spLocks noGrp="1"/>
          </p:cNvSpPr>
          <p:nvPr>
            <p:ph type="sldNum" sz="quarter" idx="3"/>
          </p:nvPr>
        </p:nvSpPr>
        <p:spPr>
          <a:xfrm>
            <a:off x="218364" y="6513910"/>
            <a:ext cx="518615" cy="344090"/>
          </a:xfrm>
          <a:prstGeom prst="rect">
            <a:avLst/>
          </a:prstGeom>
        </p:spPr>
        <p:txBody>
          <a:bodyPr vert="horz" lIns="91440" tIns="45720" rIns="91440" bIns="45720" rtlCol="0" anchor="b"/>
          <a:lstStyle>
            <a:lvl1pPr algn="r">
              <a:defRPr sz="1200"/>
            </a:lvl1pPr>
          </a:lstStyle>
          <a:p>
            <a:fld id="{81BC11C0-8907-429F-A3F4-8C35EF8784CB}" type="slidenum">
              <a:rPr lang="hu-HU" smtClean="0"/>
              <a:t>‹#›</a:t>
            </a:fld>
            <a:endParaRPr lang="hu-HU" dirty="0"/>
          </a:p>
        </p:txBody>
      </p:sp>
      <p:sp>
        <p:nvSpPr>
          <p:cNvPr id="7" name="Header Placeholder 6">
            <a:extLst>
              <a:ext uri="{FF2B5EF4-FFF2-40B4-BE49-F238E27FC236}">
                <a16:creationId xmlns:a16="http://schemas.microsoft.com/office/drawing/2014/main" id="{5AC5C426-58DE-40B2-9DBA-B20D2BE138FE}"/>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hu-HU"/>
          </a:p>
        </p:txBody>
      </p:sp>
      <p:sp>
        <p:nvSpPr>
          <p:cNvPr id="9" name="Date Placeholder 8">
            <a:extLst>
              <a:ext uri="{FF2B5EF4-FFF2-40B4-BE49-F238E27FC236}">
                <a16:creationId xmlns:a16="http://schemas.microsoft.com/office/drawing/2014/main" id="{CCF4D2BF-EA35-46ED-968D-E2560245FE9C}"/>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B0DE400B-5F95-4EE3-9D17-5032615B1C24}" type="datetimeFigureOut">
              <a:rPr lang="hu-HU" smtClean="0"/>
              <a:t>2026. 06. 30.</a:t>
            </a:fld>
            <a:endParaRPr lang="hu-HU"/>
          </a:p>
        </p:txBody>
      </p:sp>
    </p:spTree>
    <p:extLst>
      <p:ext uri="{BB962C8B-B14F-4D97-AF65-F5344CB8AC3E}">
        <p14:creationId xmlns:p14="http://schemas.microsoft.com/office/powerpoint/2010/main" val="4115193766"/>
      </p:ext>
    </p:extLst>
  </p:cSld>
  <p:clrMap bg1="dk1" tx1="lt1" bg2="dk2" tx2="lt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hu-HU"/>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A4BC41BF-2966-492C-BF11-EDF0CF116384}" type="datetimeFigureOut">
              <a:rPr lang="hu-HU" smtClean="0"/>
              <a:t>2026. 06. 30.</a:t>
            </a:fld>
            <a:endParaRPr lang="hu-HU"/>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hu-HU"/>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hu-HU"/>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B0186CAE-03F7-4637-AB83-737E9CC5D862}" type="slidenum">
              <a:rPr lang="hu-HU" smtClean="0"/>
              <a:t>‹#›</a:t>
            </a:fld>
            <a:endParaRPr lang="hu-HU"/>
          </a:p>
        </p:txBody>
      </p:sp>
    </p:spTree>
    <p:extLst>
      <p:ext uri="{BB962C8B-B14F-4D97-AF65-F5344CB8AC3E}">
        <p14:creationId xmlns:p14="http://schemas.microsoft.com/office/powerpoint/2010/main" val="47968128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COV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6B41C1-69C2-459A-BC13-43DAB41CC8F0}"/>
              </a:ext>
            </a:extLst>
          </p:cNvPr>
          <p:cNvPicPr>
            <a:picLocks noChangeAspect="1"/>
          </p:cNvPicPr>
          <p:nvPr userDrawn="1"/>
        </p:nvPicPr>
        <p:blipFill rotWithShape="1">
          <a:blip r:embed="rId2"/>
          <a:srcRect l="26227" t="33815" r="27274" b="33331"/>
          <a:stretch/>
        </p:blipFill>
        <p:spPr>
          <a:xfrm>
            <a:off x="-17195" y="0"/>
            <a:ext cx="12209195" cy="6858000"/>
          </a:xfrm>
          <a:prstGeom prst="rect">
            <a:avLst/>
          </a:prstGeom>
          <a:solidFill>
            <a:schemeClr val="bg1"/>
          </a:solidFill>
        </p:spPr>
      </p:pic>
      <p:cxnSp>
        <p:nvCxnSpPr>
          <p:cNvPr id="11" name="Straight Connector 10">
            <a:extLst>
              <a:ext uri="{FF2B5EF4-FFF2-40B4-BE49-F238E27FC236}">
                <a16:creationId xmlns:a16="http://schemas.microsoft.com/office/drawing/2014/main" id="{5E59E6A2-C40F-4E4C-B6FB-9BC58AAD0739}"/>
              </a:ext>
            </a:extLst>
          </p:cNvPr>
          <p:cNvCxnSpPr>
            <a:cxnSpLocks/>
          </p:cNvCxnSpPr>
          <p:nvPr userDrawn="1"/>
        </p:nvCxnSpPr>
        <p:spPr>
          <a:xfrm>
            <a:off x="5146463" y="1719618"/>
            <a:ext cx="0" cy="513838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952FA7B8-6484-754F-B56D-227047F07D8D}"/>
              </a:ext>
            </a:extLst>
          </p:cNvPr>
          <p:cNvSpPr>
            <a:spLocks noGrp="1"/>
          </p:cNvSpPr>
          <p:nvPr>
            <p:ph type="body" sz="quarter" idx="10" hasCustomPrompt="1"/>
          </p:nvPr>
        </p:nvSpPr>
        <p:spPr>
          <a:xfrm>
            <a:off x="5486400" y="1719263"/>
            <a:ext cx="5938838" cy="2073091"/>
          </a:xfrm>
        </p:spPr>
        <p:txBody>
          <a:bodyPr/>
          <a:lstStyle>
            <a:lvl1pPr marL="0" indent="0">
              <a:buNone/>
              <a:defRPr sz="2400" b="1" i="0">
                <a:solidFill>
                  <a:srgbClr val="00AAF0"/>
                </a:solidFill>
                <a:latin typeface="Verdana" panose="020B0604030504040204" pitchFamily="34" charset="0"/>
                <a:ea typeface="Verdana" panose="020B0604030504040204" pitchFamily="34" charset="0"/>
                <a:cs typeface="Verdana" panose="020B0604030504040204" pitchFamily="34" charset="0"/>
              </a:defRPr>
            </a:lvl1pPr>
            <a:lvl2pPr>
              <a:defRPr b="1">
                <a:solidFill>
                  <a:srgbClr val="00AAF0"/>
                </a:solidFill>
                <a:latin typeface="+mj-lt"/>
              </a:defRPr>
            </a:lvl2pPr>
            <a:lvl3pPr>
              <a:defRPr b="1">
                <a:solidFill>
                  <a:srgbClr val="00AAF0"/>
                </a:solidFill>
                <a:latin typeface="+mj-lt"/>
              </a:defRPr>
            </a:lvl3pPr>
            <a:lvl4pPr>
              <a:defRPr b="1">
                <a:solidFill>
                  <a:srgbClr val="00AAF0"/>
                </a:solidFill>
                <a:latin typeface="+mj-lt"/>
              </a:defRPr>
            </a:lvl4pPr>
            <a:lvl5pPr>
              <a:defRPr b="1">
                <a:solidFill>
                  <a:srgbClr val="00AAF0"/>
                </a:solidFill>
                <a:latin typeface="+mj-lt"/>
              </a:defRPr>
            </a:lvl5pPr>
          </a:lstStyle>
          <a:p>
            <a:pPr lvl="0"/>
            <a:r>
              <a:rPr lang="en-US" dirty="0"/>
              <a:t>CLICK HERE TO INSERT YOUR TITLE. DON’T CHANGE FONT TYPE, SIZE OR COLOUR. USE ONLY CAPITAL LETTERS</a:t>
            </a:r>
          </a:p>
        </p:txBody>
      </p:sp>
      <p:sp>
        <p:nvSpPr>
          <p:cNvPr id="15" name="Text Placeholder 9">
            <a:extLst>
              <a:ext uri="{FF2B5EF4-FFF2-40B4-BE49-F238E27FC236}">
                <a16:creationId xmlns:a16="http://schemas.microsoft.com/office/drawing/2014/main" id="{54DC9044-8B3E-244C-9490-CC5DCA40F418}"/>
              </a:ext>
            </a:extLst>
          </p:cNvPr>
          <p:cNvSpPr>
            <a:spLocks noGrp="1"/>
          </p:cNvSpPr>
          <p:nvPr>
            <p:ph type="body" sz="quarter" idx="11" hasCustomPrompt="1"/>
          </p:nvPr>
        </p:nvSpPr>
        <p:spPr>
          <a:xfrm>
            <a:off x="5486400" y="3933074"/>
            <a:ext cx="5938838" cy="2073091"/>
          </a:xfrm>
        </p:spPr>
        <p:txBody>
          <a:bodyPr>
            <a:normAutofit/>
          </a:bodyPr>
          <a:lstStyle>
            <a:lvl1pPr marL="0" indent="0">
              <a:buNone/>
              <a:defRPr sz="16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b="1">
                <a:solidFill>
                  <a:srgbClr val="00AAF0"/>
                </a:solidFill>
                <a:latin typeface="+mj-lt"/>
              </a:defRPr>
            </a:lvl2pPr>
            <a:lvl3pPr>
              <a:defRPr b="1">
                <a:solidFill>
                  <a:srgbClr val="00AAF0"/>
                </a:solidFill>
                <a:latin typeface="+mj-lt"/>
              </a:defRPr>
            </a:lvl3pPr>
            <a:lvl4pPr>
              <a:defRPr b="1">
                <a:solidFill>
                  <a:srgbClr val="00AAF0"/>
                </a:solidFill>
                <a:latin typeface="+mj-lt"/>
              </a:defRPr>
            </a:lvl4pPr>
            <a:lvl5pPr>
              <a:defRPr b="1">
                <a:solidFill>
                  <a:srgbClr val="00AAF0"/>
                </a:solidFill>
                <a:latin typeface="+mj-lt"/>
              </a:defRPr>
            </a:lvl5pPr>
          </a:lstStyle>
          <a:p>
            <a:pPr lvl="0"/>
            <a:r>
              <a:rPr lang="en-US" dirty="0"/>
              <a:t>CLICK HERE TO INSERT YOUR SUBTITLE. DON’T CHANGE FONT TYPE, SIZE OR COLOUR. USE ONLY CAPITAL LETTERS. THIS BOX CAN BE REPOSITIONED AFTER THE TITLE HAS BEEN TYPED IN.</a:t>
            </a:r>
          </a:p>
        </p:txBody>
      </p:sp>
      <p:pic>
        <p:nvPicPr>
          <p:cNvPr id="3" name="Picture 2">
            <a:extLst>
              <a:ext uri="{FF2B5EF4-FFF2-40B4-BE49-F238E27FC236}">
                <a16:creationId xmlns:a16="http://schemas.microsoft.com/office/drawing/2014/main" id="{BE566D1B-A7A6-0049-B54A-7EF500F3C5DE}"/>
              </a:ext>
            </a:extLst>
          </p:cNvPr>
          <p:cNvPicPr>
            <a:picLocks noChangeAspect="1"/>
          </p:cNvPicPr>
          <p:nvPr userDrawn="1"/>
        </p:nvPicPr>
        <p:blipFill>
          <a:blip r:embed="rId3"/>
          <a:stretch>
            <a:fillRect/>
          </a:stretch>
        </p:blipFill>
        <p:spPr>
          <a:xfrm>
            <a:off x="855609" y="1621551"/>
            <a:ext cx="3864029" cy="998207"/>
          </a:xfrm>
          <a:prstGeom prst="rect">
            <a:avLst/>
          </a:prstGeom>
        </p:spPr>
      </p:pic>
      <p:pic>
        <p:nvPicPr>
          <p:cNvPr id="17" name="Picture 16">
            <a:extLst>
              <a:ext uri="{FF2B5EF4-FFF2-40B4-BE49-F238E27FC236}">
                <a16:creationId xmlns:a16="http://schemas.microsoft.com/office/drawing/2014/main" id="{527359AA-0A80-9672-4FD6-E1A8CA82870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360203" y="6303365"/>
            <a:ext cx="4072530" cy="353325"/>
          </a:xfrm>
          <a:prstGeom prst="rect">
            <a:avLst/>
          </a:prstGeom>
        </p:spPr>
      </p:pic>
      <p:pic>
        <p:nvPicPr>
          <p:cNvPr id="19" name="Picture 18">
            <a:extLst>
              <a:ext uri="{FF2B5EF4-FFF2-40B4-BE49-F238E27FC236}">
                <a16:creationId xmlns:a16="http://schemas.microsoft.com/office/drawing/2014/main" id="{B972AD7D-D400-1994-7801-42815BC6330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505834" y="6320098"/>
            <a:ext cx="1608487" cy="330511"/>
          </a:xfrm>
          <a:prstGeom prst="rect">
            <a:avLst/>
          </a:prstGeom>
        </p:spPr>
      </p:pic>
    </p:spTree>
    <p:extLst>
      <p:ext uri="{BB962C8B-B14F-4D97-AF65-F5344CB8AC3E}">
        <p14:creationId xmlns:p14="http://schemas.microsoft.com/office/powerpoint/2010/main" val="2210646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CONTENT_WHITE_PICTUR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7513DF9-8A1A-4A0A-8ED4-95037BF1B270}"/>
              </a:ext>
            </a:extLst>
          </p:cNvPr>
          <p:cNvPicPr>
            <a:picLocks noChangeAspect="1"/>
          </p:cNvPicPr>
          <p:nvPr userDrawn="1"/>
        </p:nvPicPr>
        <p:blipFill rotWithShape="1">
          <a:blip r:embed="rId2"/>
          <a:srcRect l="34114" b="60234"/>
          <a:stretch/>
        </p:blipFill>
        <p:spPr>
          <a:xfrm>
            <a:off x="-3546" y="-19314"/>
            <a:ext cx="12195546" cy="6877314"/>
          </a:xfrm>
          <a:prstGeom prst="rect">
            <a:avLst/>
          </a:prstGeom>
        </p:spPr>
      </p:pic>
      <p:sp>
        <p:nvSpPr>
          <p:cNvPr id="3" name="Picture Placeholder 2">
            <a:extLst>
              <a:ext uri="{FF2B5EF4-FFF2-40B4-BE49-F238E27FC236}">
                <a16:creationId xmlns:a16="http://schemas.microsoft.com/office/drawing/2014/main" id="{51C4F6F1-583A-D542-955E-38EC9E30F285}"/>
              </a:ext>
            </a:extLst>
          </p:cNvPr>
          <p:cNvSpPr>
            <a:spLocks noGrp="1"/>
          </p:cNvSpPr>
          <p:nvPr>
            <p:ph type="pic" sz="quarter" idx="12" hasCustomPrompt="1"/>
          </p:nvPr>
        </p:nvSpPr>
        <p:spPr>
          <a:xfrm>
            <a:off x="7065819" y="-1"/>
            <a:ext cx="5126181" cy="5929745"/>
          </a:xfrm>
        </p:spPr>
        <p:txBody>
          <a:bodyPr>
            <a:normAutofit/>
          </a:bodyPr>
          <a:lstStyle>
            <a:lvl1pPr marL="0" indent="0">
              <a:buNone/>
              <a:defRPr sz="2000">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r>
              <a:rPr lang="hu-HU" dirty="0" err="1"/>
              <a:t>Insert</a:t>
            </a:r>
            <a:r>
              <a:rPr lang="hu-HU" dirty="0"/>
              <a:t> </a:t>
            </a:r>
            <a:r>
              <a:rPr lang="hu-HU" dirty="0" err="1"/>
              <a:t>picture</a:t>
            </a:r>
            <a:r>
              <a:rPr lang="hu-HU" dirty="0"/>
              <a:t> here </a:t>
            </a:r>
            <a:r>
              <a:rPr lang="hu-HU" dirty="0" err="1"/>
              <a:t>by</a:t>
            </a:r>
            <a:r>
              <a:rPr lang="hu-HU" dirty="0"/>
              <a:t> </a:t>
            </a:r>
            <a:r>
              <a:rPr lang="hu-HU" dirty="0" err="1"/>
              <a:t>clicking</a:t>
            </a:r>
            <a:r>
              <a:rPr lang="hu-HU" dirty="0"/>
              <a:t> </a:t>
            </a:r>
            <a:r>
              <a:rPr lang="hu-HU" dirty="0" err="1"/>
              <a:t>on</a:t>
            </a:r>
            <a:r>
              <a:rPr lang="hu-HU" dirty="0"/>
              <a:t> </a:t>
            </a:r>
            <a:r>
              <a:rPr lang="hu-HU" dirty="0" err="1"/>
              <a:t>the</a:t>
            </a:r>
            <a:r>
              <a:rPr lang="hu-HU" dirty="0"/>
              <a:t> </a:t>
            </a:r>
            <a:r>
              <a:rPr lang="hu-HU" dirty="0" err="1"/>
              <a:t>icon</a:t>
            </a:r>
            <a:r>
              <a:rPr lang="hu-HU" dirty="0"/>
              <a:t> in </a:t>
            </a:r>
            <a:r>
              <a:rPr lang="hu-HU" dirty="0" err="1"/>
              <a:t>the</a:t>
            </a:r>
            <a:r>
              <a:rPr lang="hu-HU" dirty="0"/>
              <a:t> </a:t>
            </a:r>
            <a:r>
              <a:rPr lang="hu-HU" dirty="0" err="1"/>
              <a:t>middle</a:t>
            </a:r>
            <a:endParaRPr lang="hu-HU" dirty="0"/>
          </a:p>
        </p:txBody>
      </p:sp>
      <p:cxnSp>
        <p:nvCxnSpPr>
          <p:cNvPr id="9" name="Straight Connector 8">
            <a:extLst>
              <a:ext uri="{FF2B5EF4-FFF2-40B4-BE49-F238E27FC236}">
                <a16:creationId xmlns:a16="http://schemas.microsoft.com/office/drawing/2014/main" id="{16698635-3212-0D46-82C5-7D0B1B2CE5BF}"/>
              </a:ext>
            </a:extLst>
          </p:cNvPr>
          <p:cNvCxnSpPr>
            <a:cxnSpLocks/>
          </p:cNvCxnSpPr>
          <p:nvPr userDrawn="1"/>
        </p:nvCxnSpPr>
        <p:spPr>
          <a:xfrm>
            <a:off x="6400800" y="2060575"/>
            <a:ext cx="0" cy="4797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C28119D6-EDFC-7744-81CC-932C87A09A35}"/>
              </a:ext>
            </a:extLst>
          </p:cNvPr>
          <p:cNvSpPr>
            <a:spLocks noGrp="1"/>
          </p:cNvSpPr>
          <p:nvPr>
            <p:ph type="body" sz="quarter" idx="13" hasCustomPrompt="1"/>
          </p:nvPr>
        </p:nvSpPr>
        <p:spPr>
          <a:xfrm>
            <a:off x="427037" y="401864"/>
            <a:ext cx="5973763" cy="730456"/>
          </a:xfrm>
        </p:spPr>
        <p:txBody>
          <a:bodyPr>
            <a:normAutofit/>
          </a:bodyPr>
          <a:lstStyle>
            <a:lvl1pPr marL="0" indent="0">
              <a:buNone/>
              <a:defRPr sz="1800" b="1">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SLIDE TITLE. DON’T CHANGE FONT TYPE, SIZE OR COLOUR</a:t>
            </a:r>
          </a:p>
        </p:txBody>
      </p:sp>
      <p:sp>
        <p:nvSpPr>
          <p:cNvPr id="16" name="Text Placeholder 14">
            <a:extLst>
              <a:ext uri="{FF2B5EF4-FFF2-40B4-BE49-F238E27FC236}">
                <a16:creationId xmlns:a16="http://schemas.microsoft.com/office/drawing/2014/main" id="{0798DD75-DE33-0B41-B682-18DE6E9D2937}"/>
              </a:ext>
            </a:extLst>
          </p:cNvPr>
          <p:cNvSpPr>
            <a:spLocks noGrp="1"/>
          </p:cNvSpPr>
          <p:nvPr>
            <p:ph type="body" sz="quarter" idx="14" hasCustomPrompt="1"/>
          </p:nvPr>
        </p:nvSpPr>
        <p:spPr>
          <a:xfrm>
            <a:off x="427037" y="1133088"/>
            <a:ext cx="5668961" cy="647586"/>
          </a:xfrm>
        </p:spPr>
        <p:txBody>
          <a:bodyPr>
            <a:normAutofit/>
          </a:bodyPr>
          <a:lstStyle>
            <a:lvl1pPr marL="0" indent="0">
              <a:buNone/>
              <a:defRPr sz="1600" b="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SUBTITLE. DON’T CHANGE FONT STYPE, SIZE OR COLOUR</a:t>
            </a:r>
          </a:p>
        </p:txBody>
      </p:sp>
      <p:sp>
        <p:nvSpPr>
          <p:cNvPr id="19" name="Text Placeholder 18">
            <a:extLst>
              <a:ext uri="{FF2B5EF4-FFF2-40B4-BE49-F238E27FC236}">
                <a16:creationId xmlns:a16="http://schemas.microsoft.com/office/drawing/2014/main" id="{B19730F1-BCF9-5C43-984E-AA46329106DE}"/>
              </a:ext>
            </a:extLst>
          </p:cNvPr>
          <p:cNvSpPr>
            <a:spLocks noGrp="1"/>
          </p:cNvSpPr>
          <p:nvPr>
            <p:ph type="body" sz="quarter" idx="16" hasCustomPrompt="1"/>
          </p:nvPr>
        </p:nvSpPr>
        <p:spPr>
          <a:xfrm>
            <a:off x="427037" y="2061344"/>
            <a:ext cx="5694363" cy="3868400"/>
          </a:xfrm>
        </p:spPr>
        <p:txBody>
          <a:bodyPr>
            <a:normAutofit/>
          </a:bodyPr>
          <a:lstStyle>
            <a:lvl1pPr marL="0" indent="0">
              <a:buClr>
                <a:srgbClr val="00AAF0"/>
              </a:buClr>
              <a:buFont typeface="Arial" panose="020B0604020202020204" pitchFamily="34" charset="0"/>
              <a:buNone/>
              <a:defRPr sz="1600">
                <a:latin typeface="Verdana" panose="020B0604030504040204" pitchFamily="34" charset="0"/>
                <a:ea typeface="Verdana" panose="020B0604030504040204" pitchFamily="34" charset="0"/>
                <a:cs typeface="Verdana" panose="020B0604030504040204" pitchFamily="34" charset="0"/>
              </a:defRPr>
            </a:lvl1pPr>
            <a:lvl2pPr marL="685800" indent="-228600">
              <a:buClr>
                <a:srgbClr val="00AAF0"/>
              </a:buClr>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2pPr>
            <a:lvl3pPr marL="1143000" indent="-228600">
              <a:buClr>
                <a:srgbClr val="00AAF0"/>
              </a:buClr>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3pPr>
            <a:lvl4pPr marL="1600200" indent="-228600">
              <a:buClr>
                <a:srgbClr val="00AAF0"/>
              </a:buClr>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4pPr>
            <a:lvl5pPr marL="2114550" indent="-285750">
              <a:buClr>
                <a:srgbClr val="00AAF0"/>
              </a:buClr>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here to insert your text.</a:t>
            </a:r>
            <a:endParaRPr lang="hu-HU" dirty="0"/>
          </a:p>
        </p:txBody>
      </p:sp>
      <p:pic>
        <p:nvPicPr>
          <p:cNvPr id="2" name="Picture 1">
            <a:extLst>
              <a:ext uri="{FF2B5EF4-FFF2-40B4-BE49-F238E27FC236}">
                <a16:creationId xmlns:a16="http://schemas.microsoft.com/office/drawing/2014/main" id="{793058AA-CEDF-EA41-A58C-E422E63F688B}"/>
              </a:ext>
            </a:extLst>
          </p:cNvPr>
          <p:cNvPicPr>
            <a:picLocks noChangeAspect="1"/>
          </p:cNvPicPr>
          <p:nvPr userDrawn="1"/>
        </p:nvPicPr>
        <p:blipFill>
          <a:blip r:embed="rId3"/>
          <a:stretch>
            <a:fillRect/>
          </a:stretch>
        </p:blipFill>
        <p:spPr>
          <a:xfrm>
            <a:off x="-39994" y="6073254"/>
            <a:ext cx="4885151" cy="861052"/>
          </a:xfrm>
          <a:prstGeom prst="rect">
            <a:avLst/>
          </a:prstGeom>
        </p:spPr>
      </p:pic>
      <p:sp>
        <p:nvSpPr>
          <p:cNvPr id="7" name="Slide Number Placeholder 3">
            <a:extLst>
              <a:ext uri="{FF2B5EF4-FFF2-40B4-BE49-F238E27FC236}">
                <a16:creationId xmlns:a16="http://schemas.microsoft.com/office/drawing/2014/main" id="{C179E2A5-D647-4281-B338-FF05ADEFE3EC}"/>
              </a:ext>
            </a:extLst>
          </p:cNvPr>
          <p:cNvSpPr>
            <a:spLocks noGrp="1"/>
          </p:cNvSpPr>
          <p:nvPr>
            <p:ph type="sldNum" sz="quarter" idx="11"/>
          </p:nvPr>
        </p:nvSpPr>
        <p:spPr>
          <a:xfrm>
            <a:off x="137928" y="6346839"/>
            <a:ext cx="429126" cy="365125"/>
          </a:xfrm>
          <a:prstGeom prst="rect">
            <a:avLst/>
          </a:prstGeom>
        </p:spPr>
        <p:txBody>
          <a:bodyPr/>
          <a:lstStyle>
            <a:lvl1pPr>
              <a:defRPr sz="1200"/>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2321088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NTENT_WHITE_TEXT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63F390D-3F4B-48E5-BBE0-BE88BB7427B1}"/>
              </a:ext>
            </a:extLst>
          </p:cNvPr>
          <p:cNvPicPr>
            <a:picLocks noChangeAspect="1"/>
          </p:cNvPicPr>
          <p:nvPr userDrawn="1"/>
        </p:nvPicPr>
        <p:blipFill rotWithShape="1">
          <a:blip r:embed="rId2"/>
          <a:srcRect l="26656" t="32937" r="26232" b="33726"/>
          <a:stretch/>
        </p:blipFill>
        <p:spPr>
          <a:xfrm>
            <a:off x="-3548" y="-39095"/>
            <a:ext cx="12195548" cy="6910742"/>
          </a:xfrm>
          <a:prstGeom prst="rect">
            <a:avLst/>
          </a:prstGeom>
        </p:spPr>
      </p:pic>
      <p:sp>
        <p:nvSpPr>
          <p:cNvPr id="10" name="Text Placeholder 14">
            <a:extLst>
              <a:ext uri="{FF2B5EF4-FFF2-40B4-BE49-F238E27FC236}">
                <a16:creationId xmlns:a16="http://schemas.microsoft.com/office/drawing/2014/main" id="{753032CB-6C47-B940-9EAF-51FBAF9EB616}"/>
              </a:ext>
            </a:extLst>
          </p:cNvPr>
          <p:cNvSpPr>
            <a:spLocks noGrp="1"/>
          </p:cNvSpPr>
          <p:nvPr>
            <p:ph type="body" sz="quarter" idx="13" hasCustomPrompt="1"/>
          </p:nvPr>
        </p:nvSpPr>
        <p:spPr>
          <a:xfrm>
            <a:off x="427037" y="401864"/>
            <a:ext cx="5973763" cy="730456"/>
          </a:xfrm>
        </p:spPr>
        <p:txBody>
          <a:bodyPr>
            <a:normAutofit/>
          </a:bodyPr>
          <a:lstStyle>
            <a:lvl1pPr marL="0" indent="0">
              <a:buNone/>
              <a:defRPr sz="1800" b="1">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SLIDE TITLE. DON’T CHANGE FONT TYPE, SIZE OR COLOUR</a:t>
            </a:r>
          </a:p>
        </p:txBody>
      </p:sp>
      <p:sp>
        <p:nvSpPr>
          <p:cNvPr id="12" name="Text Placeholder 14">
            <a:extLst>
              <a:ext uri="{FF2B5EF4-FFF2-40B4-BE49-F238E27FC236}">
                <a16:creationId xmlns:a16="http://schemas.microsoft.com/office/drawing/2014/main" id="{43C965CC-DF89-2749-B323-063B9A91C3F1}"/>
              </a:ext>
            </a:extLst>
          </p:cNvPr>
          <p:cNvSpPr>
            <a:spLocks noGrp="1"/>
          </p:cNvSpPr>
          <p:nvPr>
            <p:ph type="body" sz="quarter" idx="14" hasCustomPrompt="1"/>
          </p:nvPr>
        </p:nvSpPr>
        <p:spPr>
          <a:xfrm>
            <a:off x="427037" y="1133088"/>
            <a:ext cx="5668961" cy="647586"/>
          </a:xfrm>
        </p:spPr>
        <p:txBody>
          <a:bodyPr>
            <a:normAutofit/>
          </a:bodyPr>
          <a:lstStyle>
            <a:lvl1pPr marL="0" indent="0">
              <a:buNone/>
              <a:defRPr sz="1600" b="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SUBTITLE. DON’T CHANGE FONT STYPE, SIZE OR COLOUR</a:t>
            </a:r>
          </a:p>
        </p:txBody>
      </p:sp>
      <p:sp>
        <p:nvSpPr>
          <p:cNvPr id="14" name="Text Placeholder 18">
            <a:extLst>
              <a:ext uri="{FF2B5EF4-FFF2-40B4-BE49-F238E27FC236}">
                <a16:creationId xmlns:a16="http://schemas.microsoft.com/office/drawing/2014/main" id="{A724CD13-4229-DD41-BE36-29119CF32BDC}"/>
              </a:ext>
            </a:extLst>
          </p:cNvPr>
          <p:cNvSpPr>
            <a:spLocks noGrp="1"/>
          </p:cNvSpPr>
          <p:nvPr>
            <p:ph type="body" sz="quarter" idx="16" hasCustomPrompt="1"/>
          </p:nvPr>
        </p:nvSpPr>
        <p:spPr>
          <a:xfrm>
            <a:off x="427037" y="2061344"/>
            <a:ext cx="10964712" cy="3868400"/>
          </a:xfrm>
        </p:spPr>
        <p:txBody>
          <a:bodyPr>
            <a:normAutofit/>
          </a:bodyPr>
          <a:lstStyle>
            <a:lvl1pPr marL="0" indent="0">
              <a:buClr>
                <a:srgbClr val="00AAF0"/>
              </a:buClr>
              <a:buFont typeface="Arial" panose="020B0604020202020204" pitchFamily="34" charset="0"/>
              <a:buNone/>
              <a:defRPr sz="1600">
                <a:latin typeface="Verdana" panose="020B0604030504040204" pitchFamily="34" charset="0"/>
                <a:ea typeface="Verdana" panose="020B0604030504040204" pitchFamily="34" charset="0"/>
                <a:cs typeface="Verdana" panose="020B0604030504040204" pitchFamily="34" charset="0"/>
              </a:defRPr>
            </a:lvl1pPr>
            <a:lvl2pPr marL="685800" indent="-228600">
              <a:buClr>
                <a:srgbClr val="00AAF0"/>
              </a:buClr>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2pPr>
            <a:lvl3pPr marL="1143000" indent="-228600">
              <a:buClr>
                <a:srgbClr val="00AAF0"/>
              </a:buClr>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3pPr>
            <a:lvl4pPr marL="1600200" indent="-228600">
              <a:buClr>
                <a:srgbClr val="00AAF0"/>
              </a:buClr>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4pPr>
            <a:lvl5pPr marL="2114550" indent="-285750">
              <a:buClr>
                <a:srgbClr val="00AAF0"/>
              </a:buClr>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here to insert your text.</a:t>
            </a:r>
            <a:endParaRPr lang="hu-HU" dirty="0"/>
          </a:p>
        </p:txBody>
      </p:sp>
      <p:pic>
        <p:nvPicPr>
          <p:cNvPr id="20" name="Picture 19">
            <a:extLst>
              <a:ext uri="{FF2B5EF4-FFF2-40B4-BE49-F238E27FC236}">
                <a16:creationId xmlns:a16="http://schemas.microsoft.com/office/drawing/2014/main" id="{2151321F-B004-A64D-B518-5A901CFAB3D6}"/>
              </a:ext>
            </a:extLst>
          </p:cNvPr>
          <p:cNvPicPr>
            <a:picLocks noChangeAspect="1"/>
          </p:cNvPicPr>
          <p:nvPr userDrawn="1"/>
        </p:nvPicPr>
        <p:blipFill>
          <a:blip r:embed="rId3"/>
          <a:stretch>
            <a:fillRect/>
          </a:stretch>
        </p:blipFill>
        <p:spPr>
          <a:xfrm>
            <a:off x="-39994" y="6073254"/>
            <a:ext cx="4885151" cy="861052"/>
          </a:xfrm>
          <a:prstGeom prst="rect">
            <a:avLst/>
          </a:prstGeom>
        </p:spPr>
      </p:pic>
      <p:sp>
        <p:nvSpPr>
          <p:cNvPr id="15" name="Slide Number Placeholder 3">
            <a:extLst>
              <a:ext uri="{FF2B5EF4-FFF2-40B4-BE49-F238E27FC236}">
                <a16:creationId xmlns:a16="http://schemas.microsoft.com/office/drawing/2014/main" id="{A5893AB0-550D-2940-990E-016DEE0E29D6}"/>
              </a:ext>
            </a:extLst>
          </p:cNvPr>
          <p:cNvSpPr>
            <a:spLocks noGrp="1"/>
          </p:cNvSpPr>
          <p:nvPr>
            <p:ph type="sldNum" sz="quarter" idx="11"/>
          </p:nvPr>
        </p:nvSpPr>
        <p:spPr>
          <a:xfrm>
            <a:off x="137928" y="6346839"/>
            <a:ext cx="429126" cy="365125"/>
          </a:xfrm>
          <a:prstGeom prst="rect">
            <a:avLst/>
          </a:prstGeom>
        </p:spPr>
        <p:txBody>
          <a:bodyPr/>
          <a:lstStyle>
            <a:lvl1pPr>
              <a:defRPr sz="1200"/>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3987105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3_CONTENT_BLACK_PICTURE">
    <p:bg>
      <p:bgRef idx="1001">
        <a:schemeClr val="bg1"/>
      </p:bgRef>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A44F27A0-3814-BB41-957D-3CC3CEFCBF2E}"/>
              </a:ext>
            </a:extLst>
          </p:cNvPr>
          <p:cNvPicPr>
            <a:picLocks noChangeAspect="1"/>
          </p:cNvPicPr>
          <p:nvPr userDrawn="1"/>
        </p:nvPicPr>
        <p:blipFill rotWithShape="1">
          <a:blip r:embed="rId2"/>
          <a:srcRect l="34114" b="60234"/>
          <a:stretch/>
        </p:blipFill>
        <p:spPr>
          <a:xfrm>
            <a:off x="-3546" y="-19314"/>
            <a:ext cx="12170608" cy="6877314"/>
          </a:xfrm>
          <a:prstGeom prst="rect">
            <a:avLst/>
          </a:prstGeom>
        </p:spPr>
      </p:pic>
      <p:sp>
        <p:nvSpPr>
          <p:cNvPr id="3" name="Picture Placeholder 2">
            <a:extLst>
              <a:ext uri="{FF2B5EF4-FFF2-40B4-BE49-F238E27FC236}">
                <a16:creationId xmlns:a16="http://schemas.microsoft.com/office/drawing/2014/main" id="{51C4F6F1-583A-D542-955E-38EC9E30F285}"/>
              </a:ext>
            </a:extLst>
          </p:cNvPr>
          <p:cNvSpPr>
            <a:spLocks noGrp="1"/>
          </p:cNvSpPr>
          <p:nvPr>
            <p:ph type="pic" sz="quarter" idx="12" hasCustomPrompt="1"/>
          </p:nvPr>
        </p:nvSpPr>
        <p:spPr>
          <a:xfrm>
            <a:off x="7065819" y="-1"/>
            <a:ext cx="5126181" cy="5929745"/>
          </a:xfrm>
        </p:spPr>
        <p:txBody>
          <a:bodyPr>
            <a:normAutofit/>
          </a:bodyPr>
          <a:lstStyle>
            <a:lvl1pPr marL="0" indent="0">
              <a:buNone/>
              <a:defRPr sz="2000">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r>
              <a:rPr lang="hu-HU" dirty="0" err="1"/>
              <a:t>Insert</a:t>
            </a:r>
            <a:r>
              <a:rPr lang="hu-HU" dirty="0"/>
              <a:t> </a:t>
            </a:r>
            <a:r>
              <a:rPr lang="hu-HU" dirty="0" err="1"/>
              <a:t>picture</a:t>
            </a:r>
            <a:r>
              <a:rPr lang="hu-HU" dirty="0"/>
              <a:t> here </a:t>
            </a:r>
            <a:r>
              <a:rPr lang="hu-HU" dirty="0" err="1"/>
              <a:t>by</a:t>
            </a:r>
            <a:r>
              <a:rPr lang="hu-HU" dirty="0"/>
              <a:t> </a:t>
            </a:r>
            <a:r>
              <a:rPr lang="hu-HU" dirty="0" err="1"/>
              <a:t>clicking</a:t>
            </a:r>
            <a:r>
              <a:rPr lang="hu-HU" dirty="0"/>
              <a:t> </a:t>
            </a:r>
            <a:r>
              <a:rPr lang="hu-HU" dirty="0" err="1"/>
              <a:t>on</a:t>
            </a:r>
            <a:r>
              <a:rPr lang="hu-HU" dirty="0"/>
              <a:t> </a:t>
            </a:r>
            <a:r>
              <a:rPr lang="hu-HU" dirty="0" err="1"/>
              <a:t>the</a:t>
            </a:r>
            <a:r>
              <a:rPr lang="hu-HU" dirty="0"/>
              <a:t> </a:t>
            </a:r>
            <a:r>
              <a:rPr lang="hu-HU" dirty="0" err="1"/>
              <a:t>icon</a:t>
            </a:r>
            <a:r>
              <a:rPr lang="hu-HU" dirty="0"/>
              <a:t> in </a:t>
            </a:r>
            <a:r>
              <a:rPr lang="hu-HU" dirty="0" err="1"/>
              <a:t>the</a:t>
            </a:r>
            <a:r>
              <a:rPr lang="hu-HU" dirty="0"/>
              <a:t> </a:t>
            </a:r>
            <a:r>
              <a:rPr lang="hu-HU" dirty="0" err="1"/>
              <a:t>middle</a:t>
            </a:r>
            <a:endParaRPr lang="hu-HU" dirty="0"/>
          </a:p>
        </p:txBody>
      </p:sp>
      <p:cxnSp>
        <p:nvCxnSpPr>
          <p:cNvPr id="9" name="Straight Connector 8">
            <a:extLst>
              <a:ext uri="{FF2B5EF4-FFF2-40B4-BE49-F238E27FC236}">
                <a16:creationId xmlns:a16="http://schemas.microsoft.com/office/drawing/2014/main" id="{16698635-3212-0D46-82C5-7D0B1B2CE5BF}"/>
              </a:ext>
            </a:extLst>
          </p:cNvPr>
          <p:cNvCxnSpPr>
            <a:cxnSpLocks/>
          </p:cNvCxnSpPr>
          <p:nvPr userDrawn="1"/>
        </p:nvCxnSpPr>
        <p:spPr>
          <a:xfrm>
            <a:off x="6400800" y="2060575"/>
            <a:ext cx="0" cy="4797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C28119D6-EDFC-7744-81CC-932C87A09A35}"/>
              </a:ext>
            </a:extLst>
          </p:cNvPr>
          <p:cNvSpPr>
            <a:spLocks noGrp="1"/>
          </p:cNvSpPr>
          <p:nvPr>
            <p:ph type="body" sz="quarter" idx="13" hasCustomPrompt="1"/>
          </p:nvPr>
        </p:nvSpPr>
        <p:spPr>
          <a:xfrm>
            <a:off x="427037" y="401864"/>
            <a:ext cx="5973763" cy="730456"/>
          </a:xfrm>
        </p:spPr>
        <p:txBody>
          <a:bodyPr>
            <a:normAutofit/>
          </a:bodyPr>
          <a:lstStyle>
            <a:lvl1pPr marL="0" indent="0">
              <a:buNone/>
              <a:defRPr sz="1800" b="1">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SLIDE TITLE. DON’T CHANGE FONT TYPE, SIZE OR COLOUR</a:t>
            </a:r>
          </a:p>
        </p:txBody>
      </p:sp>
      <p:sp>
        <p:nvSpPr>
          <p:cNvPr id="16" name="Text Placeholder 14">
            <a:extLst>
              <a:ext uri="{FF2B5EF4-FFF2-40B4-BE49-F238E27FC236}">
                <a16:creationId xmlns:a16="http://schemas.microsoft.com/office/drawing/2014/main" id="{0798DD75-DE33-0B41-B682-18DE6E9D2937}"/>
              </a:ext>
            </a:extLst>
          </p:cNvPr>
          <p:cNvSpPr>
            <a:spLocks noGrp="1"/>
          </p:cNvSpPr>
          <p:nvPr>
            <p:ph type="body" sz="quarter" idx="14" hasCustomPrompt="1"/>
          </p:nvPr>
        </p:nvSpPr>
        <p:spPr>
          <a:xfrm>
            <a:off x="427037" y="1133088"/>
            <a:ext cx="5668961" cy="647586"/>
          </a:xfrm>
        </p:spPr>
        <p:txBody>
          <a:bodyPr>
            <a:normAutofit/>
          </a:bodyPr>
          <a:lstStyle>
            <a:lvl1pPr marL="0" indent="0">
              <a:buNone/>
              <a:defRPr sz="1600" b="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SUBTITLE. DON’T CHANGE FONT STYPE, SIZE OR COLOUR</a:t>
            </a:r>
          </a:p>
        </p:txBody>
      </p:sp>
      <p:sp>
        <p:nvSpPr>
          <p:cNvPr id="19" name="Text Placeholder 18">
            <a:extLst>
              <a:ext uri="{FF2B5EF4-FFF2-40B4-BE49-F238E27FC236}">
                <a16:creationId xmlns:a16="http://schemas.microsoft.com/office/drawing/2014/main" id="{B19730F1-BCF9-5C43-984E-AA46329106DE}"/>
              </a:ext>
            </a:extLst>
          </p:cNvPr>
          <p:cNvSpPr>
            <a:spLocks noGrp="1"/>
          </p:cNvSpPr>
          <p:nvPr>
            <p:ph type="body" sz="quarter" idx="16" hasCustomPrompt="1"/>
          </p:nvPr>
        </p:nvSpPr>
        <p:spPr>
          <a:xfrm>
            <a:off x="427037" y="2061344"/>
            <a:ext cx="5694363" cy="3868400"/>
          </a:xfrm>
        </p:spPr>
        <p:txBody>
          <a:bodyPr>
            <a:normAutofit/>
          </a:bodyPr>
          <a:lstStyle>
            <a:lvl1pPr marL="0" indent="0">
              <a:buClr>
                <a:srgbClr val="00AAF0"/>
              </a:buClr>
              <a:buFont typeface="Arial" panose="020B0604020202020204" pitchFamily="34" charse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11430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6002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2114550" indent="-28575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here to insert your text.</a:t>
            </a:r>
            <a:endParaRPr lang="hu-HU" dirty="0"/>
          </a:p>
        </p:txBody>
      </p:sp>
      <p:cxnSp>
        <p:nvCxnSpPr>
          <p:cNvPr id="13" name="Straight Connector 12">
            <a:extLst>
              <a:ext uri="{FF2B5EF4-FFF2-40B4-BE49-F238E27FC236}">
                <a16:creationId xmlns:a16="http://schemas.microsoft.com/office/drawing/2014/main" id="{52CC5BF0-5767-6B4D-A4D1-8E2D929B615E}"/>
              </a:ext>
            </a:extLst>
          </p:cNvPr>
          <p:cNvCxnSpPr>
            <a:cxnSpLocks/>
          </p:cNvCxnSpPr>
          <p:nvPr userDrawn="1"/>
        </p:nvCxnSpPr>
        <p:spPr>
          <a:xfrm>
            <a:off x="6553200" y="2212975"/>
            <a:ext cx="0" cy="47974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A5FB134E-DAFC-9C4A-8235-429A7AFE10B8}"/>
              </a:ext>
            </a:extLst>
          </p:cNvPr>
          <p:cNvPicPr>
            <a:picLocks noChangeAspect="1"/>
          </p:cNvPicPr>
          <p:nvPr userDrawn="1"/>
        </p:nvPicPr>
        <p:blipFill>
          <a:blip r:embed="rId3"/>
          <a:stretch>
            <a:fillRect/>
          </a:stretch>
        </p:blipFill>
        <p:spPr>
          <a:xfrm>
            <a:off x="-39994" y="6073254"/>
            <a:ext cx="4885151" cy="861052"/>
          </a:xfrm>
          <a:prstGeom prst="rect">
            <a:avLst/>
          </a:prstGeom>
        </p:spPr>
      </p:pic>
      <p:sp>
        <p:nvSpPr>
          <p:cNvPr id="17" name="Slide Number Placeholder 3">
            <a:extLst>
              <a:ext uri="{FF2B5EF4-FFF2-40B4-BE49-F238E27FC236}">
                <a16:creationId xmlns:a16="http://schemas.microsoft.com/office/drawing/2014/main" id="{36934A0E-F115-204C-BDAA-486E556B1C76}"/>
              </a:ext>
            </a:extLst>
          </p:cNvPr>
          <p:cNvSpPr>
            <a:spLocks noGrp="1"/>
          </p:cNvSpPr>
          <p:nvPr>
            <p:ph type="sldNum" sz="quarter" idx="11"/>
          </p:nvPr>
        </p:nvSpPr>
        <p:spPr>
          <a:xfrm>
            <a:off x="137928" y="6346839"/>
            <a:ext cx="429126" cy="365125"/>
          </a:xfrm>
          <a:prstGeom prst="rect">
            <a:avLst/>
          </a:prstGeom>
        </p:spPr>
        <p:txBody>
          <a:bodyPr/>
          <a:lstStyle>
            <a:lvl1pPr>
              <a:defRPr sz="1200"/>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135518153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CONTENT_BLACK_PLAIN_TEXT ONLY">
    <p:spTree>
      <p:nvGrpSpPr>
        <p:cNvPr id="1" name=""/>
        <p:cNvGrpSpPr/>
        <p:nvPr/>
      </p:nvGrpSpPr>
      <p:grpSpPr>
        <a:xfrm>
          <a:off x="0" y="0"/>
          <a:ext cx="0" cy="0"/>
          <a:chOff x="0" y="0"/>
          <a:chExt cx="0" cy="0"/>
        </a:xfrm>
      </p:grpSpPr>
      <p:sp>
        <p:nvSpPr>
          <p:cNvPr id="18" name="Text Placeholder 14">
            <a:extLst>
              <a:ext uri="{FF2B5EF4-FFF2-40B4-BE49-F238E27FC236}">
                <a16:creationId xmlns:a16="http://schemas.microsoft.com/office/drawing/2014/main" id="{C37B86DC-0B17-9742-8FFA-A916F91FBE45}"/>
              </a:ext>
            </a:extLst>
          </p:cNvPr>
          <p:cNvSpPr>
            <a:spLocks noGrp="1"/>
          </p:cNvSpPr>
          <p:nvPr>
            <p:ph type="body" sz="quarter" idx="13" hasCustomPrompt="1"/>
          </p:nvPr>
        </p:nvSpPr>
        <p:spPr>
          <a:xfrm>
            <a:off x="427037" y="401864"/>
            <a:ext cx="5973763" cy="730456"/>
          </a:xfrm>
        </p:spPr>
        <p:txBody>
          <a:bodyPr>
            <a:normAutofit/>
          </a:bodyPr>
          <a:lstStyle>
            <a:lvl1pPr marL="0" indent="0">
              <a:buNone/>
              <a:defRPr sz="1800" b="1">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SLIDE TITLE. DON’T CHANGE FONT TYPE, SIZE OR COLOUR</a:t>
            </a:r>
          </a:p>
        </p:txBody>
      </p:sp>
      <p:sp>
        <p:nvSpPr>
          <p:cNvPr id="19" name="Text Placeholder 14">
            <a:extLst>
              <a:ext uri="{FF2B5EF4-FFF2-40B4-BE49-F238E27FC236}">
                <a16:creationId xmlns:a16="http://schemas.microsoft.com/office/drawing/2014/main" id="{9A3FC41C-A6CE-5549-937F-717785010476}"/>
              </a:ext>
            </a:extLst>
          </p:cNvPr>
          <p:cNvSpPr>
            <a:spLocks noGrp="1"/>
          </p:cNvSpPr>
          <p:nvPr>
            <p:ph type="body" sz="quarter" idx="14" hasCustomPrompt="1"/>
          </p:nvPr>
        </p:nvSpPr>
        <p:spPr>
          <a:xfrm>
            <a:off x="427037" y="1133088"/>
            <a:ext cx="5668961" cy="647586"/>
          </a:xfrm>
        </p:spPr>
        <p:txBody>
          <a:bodyPr>
            <a:normAutofit/>
          </a:bodyPr>
          <a:lstStyle>
            <a:lvl1pPr marL="0" indent="0">
              <a:buNone/>
              <a:defRPr sz="1600" b="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SUBTITLE. DON’T CHANGE FONT STYPE, SIZE OR COLOUR</a:t>
            </a:r>
          </a:p>
        </p:txBody>
      </p:sp>
      <p:sp>
        <p:nvSpPr>
          <p:cNvPr id="21" name="Text Placeholder 18">
            <a:extLst>
              <a:ext uri="{FF2B5EF4-FFF2-40B4-BE49-F238E27FC236}">
                <a16:creationId xmlns:a16="http://schemas.microsoft.com/office/drawing/2014/main" id="{D005B727-0A95-5B4C-987D-11BA1C3D819A}"/>
              </a:ext>
            </a:extLst>
          </p:cNvPr>
          <p:cNvSpPr>
            <a:spLocks noGrp="1"/>
          </p:cNvSpPr>
          <p:nvPr>
            <p:ph type="body" sz="quarter" idx="16" hasCustomPrompt="1"/>
          </p:nvPr>
        </p:nvSpPr>
        <p:spPr>
          <a:xfrm>
            <a:off x="427037" y="2061344"/>
            <a:ext cx="10964712" cy="3868400"/>
          </a:xfrm>
        </p:spPr>
        <p:txBody>
          <a:bodyPr>
            <a:normAutofit/>
          </a:bodyPr>
          <a:lstStyle>
            <a:lvl1pPr marL="0" indent="0">
              <a:buClr>
                <a:srgbClr val="00AAF0"/>
              </a:buClr>
              <a:buFont typeface="Arial" panose="020B0604020202020204" pitchFamily="34" charse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11430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6002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2114550" indent="-28575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here to insert your text.</a:t>
            </a:r>
            <a:endParaRPr lang="hu-HU" dirty="0"/>
          </a:p>
        </p:txBody>
      </p:sp>
      <p:pic>
        <p:nvPicPr>
          <p:cNvPr id="26" name="Picture 25">
            <a:extLst>
              <a:ext uri="{FF2B5EF4-FFF2-40B4-BE49-F238E27FC236}">
                <a16:creationId xmlns:a16="http://schemas.microsoft.com/office/drawing/2014/main" id="{B3CA013D-F100-7A49-A54E-95650F84414D}"/>
              </a:ext>
            </a:extLst>
          </p:cNvPr>
          <p:cNvPicPr>
            <a:picLocks noChangeAspect="1"/>
          </p:cNvPicPr>
          <p:nvPr userDrawn="1"/>
        </p:nvPicPr>
        <p:blipFill>
          <a:blip r:embed="rId2"/>
          <a:stretch>
            <a:fillRect/>
          </a:stretch>
        </p:blipFill>
        <p:spPr>
          <a:xfrm>
            <a:off x="-39994" y="6073254"/>
            <a:ext cx="4885151" cy="861052"/>
          </a:xfrm>
          <a:prstGeom prst="rect">
            <a:avLst/>
          </a:prstGeom>
        </p:spPr>
      </p:pic>
      <p:sp>
        <p:nvSpPr>
          <p:cNvPr id="10" name="Slide Number Placeholder 3">
            <a:extLst>
              <a:ext uri="{FF2B5EF4-FFF2-40B4-BE49-F238E27FC236}">
                <a16:creationId xmlns:a16="http://schemas.microsoft.com/office/drawing/2014/main" id="{4E1A571E-ED8F-8040-8C25-571CEE4C5630}"/>
              </a:ext>
            </a:extLst>
          </p:cNvPr>
          <p:cNvSpPr>
            <a:spLocks noGrp="1"/>
          </p:cNvSpPr>
          <p:nvPr>
            <p:ph type="sldNum" sz="quarter" idx="11"/>
          </p:nvPr>
        </p:nvSpPr>
        <p:spPr>
          <a:xfrm>
            <a:off x="137928" y="6346839"/>
            <a:ext cx="429126" cy="365125"/>
          </a:xfrm>
          <a:prstGeom prst="rect">
            <a:avLst/>
          </a:prstGeom>
        </p:spPr>
        <p:txBody>
          <a:bodyPr/>
          <a:lstStyle>
            <a:lvl1pPr>
              <a:defRPr sz="1200"/>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2514578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ONTENT_BLACK_TEXT ONLY">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74ADBC8-8766-4DF2-8566-8F6A651B58C9}"/>
              </a:ext>
            </a:extLst>
          </p:cNvPr>
          <p:cNvPicPr>
            <a:picLocks noChangeAspect="1"/>
          </p:cNvPicPr>
          <p:nvPr userDrawn="1"/>
        </p:nvPicPr>
        <p:blipFill rotWithShape="1">
          <a:blip r:embed="rId2"/>
          <a:srcRect l="26227" t="33815" r="27274" b="33331"/>
          <a:stretch/>
        </p:blipFill>
        <p:spPr>
          <a:xfrm>
            <a:off x="-17195" y="13647"/>
            <a:ext cx="12209195" cy="6858000"/>
          </a:xfrm>
          <a:prstGeom prst="rect">
            <a:avLst/>
          </a:prstGeom>
          <a:solidFill>
            <a:schemeClr val="bg1"/>
          </a:solidFill>
        </p:spPr>
      </p:pic>
      <p:sp>
        <p:nvSpPr>
          <p:cNvPr id="18" name="Text Placeholder 14">
            <a:extLst>
              <a:ext uri="{FF2B5EF4-FFF2-40B4-BE49-F238E27FC236}">
                <a16:creationId xmlns:a16="http://schemas.microsoft.com/office/drawing/2014/main" id="{C37B86DC-0B17-9742-8FFA-A916F91FBE45}"/>
              </a:ext>
            </a:extLst>
          </p:cNvPr>
          <p:cNvSpPr>
            <a:spLocks noGrp="1"/>
          </p:cNvSpPr>
          <p:nvPr>
            <p:ph type="body" sz="quarter" idx="13" hasCustomPrompt="1"/>
          </p:nvPr>
        </p:nvSpPr>
        <p:spPr>
          <a:xfrm>
            <a:off x="427037" y="401864"/>
            <a:ext cx="5973763" cy="730456"/>
          </a:xfrm>
        </p:spPr>
        <p:txBody>
          <a:bodyPr>
            <a:normAutofit/>
          </a:bodyPr>
          <a:lstStyle>
            <a:lvl1pPr marL="0" indent="0">
              <a:buNone/>
              <a:defRPr sz="1800" b="1">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SLIDE TITLE. DON’T CHANGE FONT TYPE, SIZE OR COLOUR</a:t>
            </a:r>
          </a:p>
        </p:txBody>
      </p:sp>
      <p:sp>
        <p:nvSpPr>
          <p:cNvPr id="19" name="Text Placeholder 14">
            <a:extLst>
              <a:ext uri="{FF2B5EF4-FFF2-40B4-BE49-F238E27FC236}">
                <a16:creationId xmlns:a16="http://schemas.microsoft.com/office/drawing/2014/main" id="{9A3FC41C-A6CE-5549-937F-717785010476}"/>
              </a:ext>
            </a:extLst>
          </p:cNvPr>
          <p:cNvSpPr>
            <a:spLocks noGrp="1"/>
          </p:cNvSpPr>
          <p:nvPr>
            <p:ph type="body" sz="quarter" idx="14" hasCustomPrompt="1"/>
          </p:nvPr>
        </p:nvSpPr>
        <p:spPr>
          <a:xfrm>
            <a:off x="427037" y="1133088"/>
            <a:ext cx="5668961" cy="647586"/>
          </a:xfrm>
        </p:spPr>
        <p:txBody>
          <a:bodyPr>
            <a:normAutofit/>
          </a:bodyPr>
          <a:lstStyle>
            <a:lvl1pPr marL="0" indent="0">
              <a:buNone/>
              <a:defRPr sz="1600" b="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SUBTITLE. DON’T CHANGE FONT STYPE, SIZE OR COLOUR</a:t>
            </a:r>
          </a:p>
        </p:txBody>
      </p:sp>
      <p:sp>
        <p:nvSpPr>
          <p:cNvPr id="21" name="Text Placeholder 18">
            <a:extLst>
              <a:ext uri="{FF2B5EF4-FFF2-40B4-BE49-F238E27FC236}">
                <a16:creationId xmlns:a16="http://schemas.microsoft.com/office/drawing/2014/main" id="{D005B727-0A95-5B4C-987D-11BA1C3D819A}"/>
              </a:ext>
            </a:extLst>
          </p:cNvPr>
          <p:cNvSpPr>
            <a:spLocks noGrp="1"/>
          </p:cNvSpPr>
          <p:nvPr>
            <p:ph type="body" sz="quarter" idx="16" hasCustomPrompt="1"/>
          </p:nvPr>
        </p:nvSpPr>
        <p:spPr>
          <a:xfrm>
            <a:off x="427037" y="2061344"/>
            <a:ext cx="10964712" cy="3868400"/>
          </a:xfrm>
        </p:spPr>
        <p:txBody>
          <a:bodyPr>
            <a:normAutofit/>
          </a:bodyPr>
          <a:lstStyle>
            <a:lvl1pPr marL="0" indent="0">
              <a:buClr>
                <a:srgbClr val="00AAF0"/>
              </a:buClr>
              <a:buFont typeface="Arial" panose="020B0604020202020204" pitchFamily="34" charset="0"/>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858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11430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600200" indent="-22860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2114550" indent="-285750">
              <a:buClr>
                <a:srgbClr val="00AAF0"/>
              </a:buClr>
              <a:buFont typeface="Arial" panose="020B0604020202020204"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here to insert your text.</a:t>
            </a:r>
            <a:endParaRPr lang="hu-HU" dirty="0"/>
          </a:p>
        </p:txBody>
      </p:sp>
      <p:pic>
        <p:nvPicPr>
          <p:cNvPr id="15" name="Picture 14">
            <a:extLst>
              <a:ext uri="{FF2B5EF4-FFF2-40B4-BE49-F238E27FC236}">
                <a16:creationId xmlns:a16="http://schemas.microsoft.com/office/drawing/2014/main" id="{D84A4D71-829C-B34A-B072-26C084A59492}"/>
              </a:ext>
            </a:extLst>
          </p:cNvPr>
          <p:cNvPicPr>
            <a:picLocks noChangeAspect="1"/>
          </p:cNvPicPr>
          <p:nvPr userDrawn="1"/>
        </p:nvPicPr>
        <p:blipFill>
          <a:blip r:embed="rId3"/>
          <a:stretch>
            <a:fillRect/>
          </a:stretch>
        </p:blipFill>
        <p:spPr>
          <a:xfrm>
            <a:off x="-39994" y="6073254"/>
            <a:ext cx="4885151" cy="861052"/>
          </a:xfrm>
          <a:prstGeom prst="rect">
            <a:avLst/>
          </a:prstGeom>
        </p:spPr>
      </p:pic>
      <p:sp>
        <p:nvSpPr>
          <p:cNvPr id="11" name="Slide Number Placeholder 3">
            <a:extLst>
              <a:ext uri="{FF2B5EF4-FFF2-40B4-BE49-F238E27FC236}">
                <a16:creationId xmlns:a16="http://schemas.microsoft.com/office/drawing/2014/main" id="{194FDD80-13D5-6D42-BD04-530641C1F1EF}"/>
              </a:ext>
            </a:extLst>
          </p:cNvPr>
          <p:cNvSpPr>
            <a:spLocks noGrp="1"/>
          </p:cNvSpPr>
          <p:nvPr>
            <p:ph type="sldNum" sz="quarter" idx="11"/>
          </p:nvPr>
        </p:nvSpPr>
        <p:spPr>
          <a:xfrm>
            <a:off x="137928" y="6346839"/>
            <a:ext cx="429126" cy="365125"/>
          </a:xfrm>
          <a:prstGeom prst="rect">
            <a:avLst/>
          </a:prstGeom>
        </p:spPr>
        <p:txBody>
          <a:bodyPr/>
          <a:lstStyle>
            <a:lvl1pPr>
              <a:defRPr sz="1200"/>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2371346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4_DIVIDER_WHIT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63F390D-3F4B-48E5-BBE0-BE88BB7427B1}"/>
              </a:ext>
            </a:extLst>
          </p:cNvPr>
          <p:cNvPicPr>
            <a:picLocks noChangeAspect="1"/>
          </p:cNvPicPr>
          <p:nvPr userDrawn="1"/>
        </p:nvPicPr>
        <p:blipFill rotWithShape="1">
          <a:blip r:embed="rId2"/>
          <a:srcRect l="26656" t="32937" r="26232" b="33726"/>
          <a:stretch/>
        </p:blipFill>
        <p:spPr>
          <a:xfrm>
            <a:off x="-3548" y="-49121"/>
            <a:ext cx="12195548" cy="6910742"/>
          </a:xfrm>
          <a:prstGeom prst="rect">
            <a:avLst/>
          </a:prstGeom>
        </p:spPr>
      </p:pic>
      <p:sp>
        <p:nvSpPr>
          <p:cNvPr id="10" name="Text Placeholder 14">
            <a:extLst>
              <a:ext uri="{FF2B5EF4-FFF2-40B4-BE49-F238E27FC236}">
                <a16:creationId xmlns:a16="http://schemas.microsoft.com/office/drawing/2014/main" id="{753032CB-6C47-B940-9EAF-51FBAF9EB616}"/>
              </a:ext>
            </a:extLst>
          </p:cNvPr>
          <p:cNvSpPr>
            <a:spLocks noGrp="1"/>
          </p:cNvSpPr>
          <p:nvPr>
            <p:ph type="body" sz="quarter" idx="13" hasCustomPrompt="1"/>
          </p:nvPr>
        </p:nvSpPr>
        <p:spPr>
          <a:xfrm>
            <a:off x="450518" y="399457"/>
            <a:ext cx="5973763" cy="1232035"/>
          </a:xfrm>
        </p:spPr>
        <p:txBody>
          <a:bodyPr>
            <a:normAutofit/>
          </a:bodyPr>
          <a:lstStyle>
            <a:lvl1pPr marL="0" indent="0">
              <a:buNone/>
              <a:defRPr sz="2400" b="1">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CHAPTER TITLE. DON’T CHANGE FONT TYPE, SIZE OR COLOUR</a:t>
            </a:r>
          </a:p>
        </p:txBody>
      </p:sp>
      <p:sp>
        <p:nvSpPr>
          <p:cNvPr id="12" name="Text Placeholder 14">
            <a:extLst>
              <a:ext uri="{FF2B5EF4-FFF2-40B4-BE49-F238E27FC236}">
                <a16:creationId xmlns:a16="http://schemas.microsoft.com/office/drawing/2014/main" id="{43C965CC-DF89-2749-B323-063B9A91C3F1}"/>
              </a:ext>
            </a:extLst>
          </p:cNvPr>
          <p:cNvSpPr>
            <a:spLocks noGrp="1"/>
          </p:cNvSpPr>
          <p:nvPr>
            <p:ph type="body" sz="quarter" idx="14" hasCustomPrompt="1"/>
          </p:nvPr>
        </p:nvSpPr>
        <p:spPr>
          <a:xfrm>
            <a:off x="450518" y="1806373"/>
            <a:ext cx="5973763" cy="1626789"/>
          </a:xfrm>
        </p:spPr>
        <p:txBody>
          <a:bodyPr>
            <a:normAutofit/>
          </a:bodyPr>
          <a:lstStyle>
            <a:lvl1pPr marL="0" indent="0">
              <a:buNone/>
              <a:defRPr sz="1600" b="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SUBTITLE. DON’T CHANGE FONT STYPE, SIZE OR COLOUR</a:t>
            </a:r>
          </a:p>
        </p:txBody>
      </p:sp>
      <p:pic>
        <p:nvPicPr>
          <p:cNvPr id="19" name="Picture 18">
            <a:extLst>
              <a:ext uri="{FF2B5EF4-FFF2-40B4-BE49-F238E27FC236}">
                <a16:creationId xmlns:a16="http://schemas.microsoft.com/office/drawing/2014/main" id="{69FA14D5-B4D8-A649-BA67-CBA6E2F22C5B}"/>
              </a:ext>
            </a:extLst>
          </p:cNvPr>
          <p:cNvPicPr>
            <a:picLocks noChangeAspect="1"/>
          </p:cNvPicPr>
          <p:nvPr userDrawn="1"/>
        </p:nvPicPr>
        <p:blipFill>
          <a:blip r:embed="rId3"/>
          <a:stretch>
            <a:fillRect/>
          </a:stretch>
        </p:blipFill>
        <p:spPr>
          <a:xfrm>
            <a:off x="-39994" y="6073254"/>
            <a:ext cx="4885151" cy="861052"/>
          </a:xfrm>
          <a:prstGeom prst="rect">
            <a:avLst/>
          </a:prstGeom>
        </p:spPr>
      </p:pic>
      <p:sp>
        <p:nvSpPr>
          <p:cNvPr id="13" name="Slide Number Placeholder 3">
            <a:extLst>
              <a:ext uri="{FF2B5EF4-FFF2-40B4-BE49-F238E27FC236}">
                <a16:creationId xmlns:a16="http://schemas.microsoft.com/office/drawing/2014/main" id="{5A5B1E30-37C8-7F44-95F3-23710955CDBE}"/>
              </a:ext>
            </a:extLst>
          </p:cNvPr>
          <p:cNvSpPr>
            <a:spLocks noGrp="1"/>
          </p:cNvSpPr>
          <p:nvPr>
            <p:ph type="sldNum" sz="quarter" idx="11"/>
          </p:nvPr>
        </p:nvSpPr>
        <p:spPr>
          <a:xfrm>
            <a:off x="137928" y="6346839"/>
            <a:ext cx="429126" cy="365125"/>
          </a:xfrm>
          <a:prstGeom prst="rect">
            <a:avLst/>
          </a:prstGeom>
        </p:spPr>
        <p:txBody>
          <a:bodyPr/>
          <a:lstStyle>
            <a:lvl1pPr>
              <a:defRPr sz="1200"/>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3286325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DIVIDER_BLAC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74ADBC8-8766-4DF2-8566-8F6A651B58C9}"/>
              </a:ext>
            </a:extLst>
          </p:cNvPr>
          <p:cNvPicPr>
            <a:picLocks noChangeAspect="1"/>
          </p:cNvPicPr>
          <p:nvPr userDrawn="1"/>
        </p:nvPicPr>
        <p:blipFill rotWithShape="1">
          <a:blip r:embed="rId2"/>
          <a:srcRect l="26227" t="33815" r="27274" b="33331"/>
          <a:stretch/>
        </p:blipFill>
        <p:spPr>
          <a:xfrm>
            <a:off x="-17195" y="13647"/>
            <a:ext cx="12209195" cy="6858000"/>
          </a:xfrm>
          <a:prstGeom prst="rect">
            <a:avLst/>
          </a:prstGeom>
          <a:solidFill>
            <a:schemeClr val="bg1"/>
          </a:solidFill>
        </p:spPr>
      </p:pic>
      <p:sp>
        <p:nvSpPr>
          <p:cNvPr id="15" name="Text Placeholder 14">
            <a:extLst>
              <a:ext uri="{FF2B5EF4-FFF2-40B4-BE49-F238E27FC236}">
                <a16:creationId xmlns:a16="http://schemas.microsoft.com/office/drawing/2014/main" id="{CB7857C3-98D4-3A45-83D8-C4698A3EDC64}"/>
              </a:ext>
            </a:extLst>
          </p:cNvPr>
          <p:cNvSpPr>
            <a:spLocks noGrp="1"/>
          </p:cNvSpPr>
          <p:nvPr>
            <p:ph type="body" sz="quarter" idx="13" hasCustomPrompt="1"/>
          </p:nvPr>
        </p:nvSpPr>
        <p:spPr>
          <a:xfrm>
            <a:off x="450518" y="399457"/>
            <a:ext cx="5973763" cy="1232035"/>
          </a:xfrm>
        </p:spPr>
        <p:txBody>
          <a:bodyPr>
            <a:normAutofit/>
          </a:bodyPr>
          <a:lstStyle>
            <a:lvl1pPr marL="0" indent="0">
              <a:buNone/>
              <a:defRPr sz="2400" b="1">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CHAPTER TITLE. DON’T CHANGE FONT TYPE, SIZE OR COLOUR</a:t>
            </a:r>
          </a:p>
        </p:txBody>
      </p:sp>
      <p:sp>
        <p:nvSpPr>
          <p:cNvPr id="16" name="Text Placeholder 14">
            <a:extLst>
              <a:ext uri="{FF2B5EF4-FFF2-40B4-BE49-F238E27FC236}">
                <a16:creationId xmlns:a16="http://schemas.microsoft.com/office/drawing/2014/main" id="{7447D6BE-81F5-0A41-AA01-F90189B3FB89}"/>
              </a:ext>
            </a:extLst>
          </p:cNvPr>
          <p:cNvSpPr>
            <a:spLocks noGrp="1"/>
          </p:cNvSpPr>
          <p:nvPr>
            <p:ph type="body" sz="quarter" idx="14" hasCustomPrompt="1"/>
          </p:nvPr>
        </p:nvSpPr>
        <p:spPr>
          <a:xfrm>
            <a:off x="450518" y="1806373"/>
            <a:ext cx="5973763" cy="1626789"/>
          </a:xfrm>
        </p:spPr>
        <p:txBody>
          <a:bodyPr>
            <a:normAutofit/>
          </a:bodyPr>
          <a:lstStyle>
            <a:lvl1pPr marL="0" indent="0">
              <a:buNone/>
              <a:defRPr sz="1600" b="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CLICK HERE TO INSERT SUBTITLE. DON’T CHANGE FONT STYPE, SIZE OR COLOUR</a:t>
            </a:r>
          </a:p>
        </p:txBody>
      </p:sp>
      <p:pic>
        <p:nvPicPr>
          <p:cNvPr id="17" name="Picture 16">
            <a:extLst>
              <a:ext uri="{FF2B5EF4-FFF2-40B4-BE49-F238E27FC236}">
                <a16:creationId xmlns:a16="http://schemas.microsoft.com/office/drawing/2014/main" id="{B833F0EC-BE39-904F-AA2E-3AD5C2FA1AD0}"/>
              </a:ext>
            </a:extLst>
          </p:cNvPr>
          <p:cNvPicPr>
            <a:picLocks noChangeAspect="1"/>
          </p:cNvPicPr>
          <p:nvPr userDrawn="1"/>
        </p:nvPicPr>
        <p:blipFill>
          <a:blip r:embed="rId3"/>
          <a:stretch>
            <a:fillRect/>
          </a:stretch>
        </p:blipFill>
        <p:spPr>
          <a:xfrm>
            <a:off x="-39994" y="6073254"/>
            <a:ext cx="4885151" cy="861052"/>
          </a:xfrm>
          <a:prstGeom prst="rect">
            <a:avLst/>
          </a:prstGeom>
        </p:spPr>
      </p:pic>
      <p:sp>
        <p:nvSpPr>
          <p:cNvPr id="11" name="Slide Number Placeholder 3">
            <a:extLst>
              <a:ext uri="{FF2B5EF4-FFF2-40B4-BE49-F238E27FC236}">
                <a16:creationId xmlns:a16="http://schemas.microsoft.com/office/drawing/2014/main" id="{54F50BAD-907D-8347-9D1B-4C6C860E4D6C}"/>
              </a:ext>
            </a:extLst>
          </p:cNvPr>
          <p:cNvSpPr>
            <a:spLocks noGrp="1"/>
          </p:cNvSpPr>
          <p:nvPr>
            <p:ph type="sldNum" sz="quarter" idx="11"/>
          </p:nvPr>
        </p:nvSpPr>
        <p:spPr>
          <a:xfrm>
            <a:off x="137928" y="6346839"/>
            <a:ext cx="429126" cy="365125"/>
          </a:xfrm>
          <a:prstGeom prst="rect">
            <a:avLst/>
          </a:prstGeom>
        </p:spPr>
        <p:txBody>
          <a:bodyPr/>
          <a:lstStyle>
            <a:lvl1pPr>
              <a:defRPr sz="1200"/>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2221231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5_CLOSIN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C4C60C7-F6FF-4D6D-AEB1-2417B136486D}"/>
              </a:ext>
            </a:extLst>
          </p:cNvPr>
          <p:cNvPicPr>
            <a:picLocks noChangeAspect="1"/>
          </p:cNvPicPr>
          <p:nvPr userDrawn="1"/>
        </p:nvPicPr>
        <p:blipFill rotWithShape="1">
          <a:blip r:embed="rId2"/>
          <a:srcRect l="4256" t="29181" r="24649" b="23626"/>
          <a:stretch/>
        </p:blipFill>
        <p:spPr>
          <a:xfrm>
            <a:off x="21392" y="-16042"/>
            <a:ext cx="12149216" cy="6851443"/>
          </a:xfrm>
          <a:prstGeom prst="rect">
            <a:avLst/>
          </a:prstGeom>
        </p:spPr>
      </p:pic>
      <p:sp>
        <p:nvSpPr>
          <p:cNvPr id="10" name="Text Placeholder 14">
            <a:extLst>
              <a:ext uri="{FF2B5EF4-FFF2-40B4-BE49-F238E27FC236}">
                <a16:creationId xmlns:a16="http://schemas.microsoft.com/office/drawing/2014/main" id="{DAC34891-93EE-B84E-931E-6633B1DEFC1C}"/>
              </a:ext>
            </a:extLst>
          </p:cNvPr>
          <p:cNvSpPr>
            <a:spLocks noGrp="1"/>
          </p:cNvSpPr>
          <p:nvPr>
            <p:ph type="body" sz="quarter" idx="13" hasCustomPrompt="1"/>
          </p:nvPr>
        </p:nvSpPr>
        <p:spPr>
          <a:xfrm>
            <a:off x="3109118" y="3585419"/>
            <a:ext cx="5973763" cy="1232035"/>
          </a:xfrm>
        </p:spPr>
        <p:txBody>
          <a:bodyPr>
            <a:normAutofit/>
          </a:bodyPr>
          <a:lstStyle>
            <a:lvl1pPr marL="0" indent="0" algn="ctr">
              <a:buNone/>
              <a:defRPr sz="2000" b="1">
                <a:solidFill>
                  <a:srgbClr val="00AAF0"/>
                </a:solidFill>
                <a:latin typeface="Verdana" panose="020B0604030504040204" pitchFamily="34" charset="0"/>
                <a:ea typeface="Verdana" panose="020B0604030504040204" pitchFamily="34" charset="0"/>
                <a:cs typeface="Verdana" panose="020B0604030504040204" pitchFamily="34" charset="0"/>
              </a:defRPr>
            </a:lvl1pPr>
          </a:lstStyle>
          <a:p>
            <a:pPr lvl="0"/>
            <a:r>
              <a:rPr lang="hu-HU" dirty="0"/>
              <a:t>THANK YOU FOR YOUR ATTENTION</a:t>
            </a:r>
          </a:p>
        </p:txBody>
      </p:sp>
      <p:pic>
        <p:nvPicPr>
          <p:cNvPr id="15" name="Picture 14">
            <a:extLst>
              <a:ext uri="{FF2B5EF4-FFF2-40B4-BE49-F238E27FC236}">
                <a16:creationId xmlns:a16="http://schemas.microsoft.com/office/drawing/2014/main" id="{7D3C9EAE-38B6-A34C-B887-F1EBCB626297}"/>
              </a:ext>
            </a:extLst>
          </p:cNvPr>
          <p:cNvPicPr>
            <a:picLocks noChangeAspect="1"/>
          </p:cNvPicPr>
          <p:nvPr userDrawn="1"/>
        </p:nvPicPr>
        <p:blipFill>
          <a:blip r:embed="rId3"/>
          <a:stretch>
            <a:fillRect/>
          </a:stretch>
        </p:blipFill>
        <p:spPr>
          <a:xfrm>
            <a:off x="-39994" y="6073254"/>
            <a:ext cx="4885151" cy="861052"/>
          </a:xfrm>
          <a:prstGeom prst="rect">
            <a:avLst/>
          </a:prstGeom>
        </p:spPr>
      </p:pic>
      <p:sp>
        <p:nvSpPr>
          <p:cNvPr id="9" name="Slide Number Placeholder 3">
            <a:extLst>
              <a:ext uri="{FF2B5EF4-FFF2-40B4-BE49-F238E27FC236}">
                <a16:creationId xmlns:a16="http://schemas.microsoft.com/office/drawing/2014/main" id="{465ED73C-9DFB-9648-8FA3-24E17E3E19BD}"/>
              </a:ext>
            </a:extLst>
          </p:cNvPr>
          <p:cNvSpPr>
            <a:spLocks noGrp="1"/>
          </p:cNvSpPr>
          <p:nvPr>
            <p:ph type="sldNum" sz="quarter" idx="11"/>
          </p:nvPr>
        </p:nvSpPr>
        <p:spPr>
          <a:xfrm>
            <a:off x="137928" y="6346839"/>
            <a:ext cx="429126" cy="365125"/>
          </a:xfrm>
          <a:prstGeom prst="rect">
            <a:avLst/>
          </a:prstGeom>
        </p:spPr>
        <p:txBody>
          <a:bodyPr/>
          <a:lstStyle>
            <a:lvl1pPr>
              <a:defRPr sz="1200"/>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3531287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6_CLOSING">
    <p:spTree>
      <p:nvGrpSpPr>
        <p:cNvPr id="1" name=""/>
        <p:cNvGrpSpPr/>
        <p:nvPr/>
      </p:nvGrpSpPr>
      <p:grpSpPr>
        <a:xfrm>
          <a:off x="0" y="0"/>
          <a:ext cx="0" cy="0"/>
          <a:chOff x="0" y="0"/>
          <a:chExt cx="0" cy="0"/>
        </a:xfrm>
      </p:grpSpPr>
      <p:pic>
        <p:nvPicPr>
          <p:cNvPr id="128" name="Picture 12" descr="Picture 12"/>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1392" y="-16043"/>
            <a:ext cx="12149216" cy="6851444"/>
          </a:xfrm>
          <a:prstGeom prst="rect">
            <a:avLst/>
          </a:prstGeom>
          <a:ln w="12700">
            <a:miter lim="400000"/>
          </a:ln>
        </p:spPr>
      </p:pic>
      <p:sp>
        <p:nvSpPr>
          <p:cNvPr id="129" name="1. szövegtörzsszint…"/>
          <p:cNvSpPr txBox="1">
            <a:spLocks noGrp="1"/>
          </p:cNvSpPr>
          <p:nvPr>
            <p:ph type="body" sz="quarter" idx="1" hasCustomPrompt="1"/>
          </p:nvPr>
        </p:nvSpPr>
        <p:spPr>
          <a:xfrm>
            <a:off x="3109117" y="3585419"/>
            <a:ext cx="5973764" cy="1232036"/>
          </a:xfrm>
          <a:prstGeom prst="rect">
            <a:avLst/>
          </a:prstGeom>
        </p:spPr>
        <p:txBody>
          <a:bodyPr/>
          <a:lstStyle>
            <a:lvl1pPr algn="ctr">
              <a:defRPr sz="2000"/>
            </a:lvl1pPr>
            <a:lvl2pPr marL="647700" indent="-190500" algn="ctr">
              <a:defRPr sz="2000"/>
            </a:lvl2pPr>
            <a:lvl3pPr marL="1143000" indent="-228600" algn="ctr">
              <a:defRPr sz="2000"/>
            </a:lvl3pPr>
            <a:lvl4pPr marL="1625600" indent="-254000" algn="ctr">
              <a:defRPr sz="2000"/>
            </a:lvl4pPr>
            <a:lvl5pPr marL="2082800" indent="-254000" algn="ctr">
              <a:defRPr sz="2000"/>
            </a:lvl5pPr>
          </a:lstStyle>
          <a:p>
            <a:r>
              <a:t>THANK YOU FOR YOUR ATTENTION</a:t>
            </a:r>
          </a:p>
          <a:p>
            <a:pPr lvl="1"/>
            <a:endParaRPr/>
          </a:p>
          <a:p>
            <a:pPr lvl="2"/>
            <a:endParaRPr/>
          </a:p>
          <a:p>
            <a:pPr lvl="3"/>
            <a:endParaRPr/>
          </a:p>
          <a:p>
            <a:pPr lvl="4"/>
            <a:endParaRPr/>
          </a:p>
        </p:txBody>
      </p:sp>
      <p:pic>
        <p:nvPicPr>
          <p:cNvPr id="130" name="Picture 14" descr="Picture 1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995" y="6073254"/>
            <a:ext cx="4885153" cy="861053"/>
          </a:xfrm>
          <a:prstGeom prst="rect">
            <a:avLst/>
          </a:prstGeom>
          <a:ln w="12700">
            <a:miter lim="400000"/>
          </a:ln>
        </p:spPr>
      </p:pic>
      <p:sp>
        <p:nvSpPr>
          <p:cNvPr id="131" name="Diasorszám"/>
          <p:cNvSpPr txBox="1">
            <a:spLocks noGrp="1"/>
          </p:cNvSpPr>
          <p:nvPr>
            <p:ph type="sldNum" sz="quarter" idx="2"/>
          </p:nvPr>
        </p:nvSpPr>
        <p:spPr>
          <a:xfrm>
            <a:off x="293398" y="6394781"/>
            <a:ext cx="273657" cy="26924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7792127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0D38A-D7C8-424C-AA4C-103CD470E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hu-HU"/>
          </a:p>
        </p:txBody>
      </p:sp>
      <p:sp>
        <p:nvSpPr>
          <p:cNvPr id="3" name="Text Placeholder 2">
            <a:extLst>
              <a:ext uri="{FF2B5EF4-FFF2-40B4-BE49-F238E27FC236}">
                <a16:creationId xmlns:a16="http://schemas.microsoft.com/office/drawing/2014/main" id="{6316AD8A-54F5-49E8-ADA6-F5B2632087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u-HU" dirty="0"/>
          </a:p>
        </p:txBody>
      </p:sp>
      <p:sp>
        <p:nvSpPr>
          <p:cNvPr id="5" name="Footer Placeholder 4">
            <a:extLst>
              <a:ext uri="{FF2B5EF4-FFF2-40B4-BE49-F238E27FC236}">
                <a16:creationId xmlns:a16="http://schemas.microsoft.com/office/drawing/2014/main" id="{97B7BC92-0569-41C7-AD28-87837B1EA9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hu-HU" dirty="0"/>
              <a:t>njniugzuv ouzgv7tugo</a:t>
            </a:r>
          </a:p>
        </p:txBody>
      </p:sp>
      <p:sp>
        <p:nvSpPr>
          <p:cNvPr id="6" name="Slide Number Placeholder 5">
            <a:extLst>
              <a:ext uri="{FF2B5EF4-FFF2-40B4-BE49-F238E27FC236}">
                <a16:creationId xmlns:a16="http://schemas.microsoft.com/office/drawing/2014/main" id="{FC61BAE4-CE5B-40D4-8E64-FBBFD1ED2CB0}"/>
              </a:ext>
            </a:extLst>
          </p:cNvPr>
          <p:cNvSpPr>
            <a:spLocks noGrp="1"/>
          </p:cNvSpPr>
          <p:nvPr>
            <p:ph type="sldNum" sz="quarter" idx="4"/>
          </p:nvPr>
        </p:nvSpPr>
        <p:spPr>
          <a:xfrm>
            <a:off x="164428" y="6308222"/>
            <a:ext cx="429126" cy="365125"/>
          </a:xfrm>
          <a:prstGeom prst="rect">
            <a:avLst/>
          </a:prstGeom>
        </p:spPr>
        <p:txBody>
          <a:bodyPr vert="horz" lIns="91440" tIns="45720" rIns="91440" bIns="45720" rtlCol="0" anchor="ctr"/>
          <a:lstStyle>
            <a:lvl1pPr algn="r">
              <a:defRPr sz="1200" b="1" baseline="0">
                <a:solidFill>
                  <a:schemeClr val="bg1"/>
                </a:solidFill>
                <a:latin typeface="+mj-lt"/>
              </a:defRPr>
            </a:lvl1pPr>
          </a:lstStyle>
          <a:p>
            <a:fld id="{20B01981-BAC9-448B-9192-9C05FAA59408}" type="slidenum">
              <a:rPr lang="hu-HU" smtClean="0"/>
              <a:pPr/>
              <a:t>‹#›</a:t>
            </a:fld>
            <a:endParaRPr lang="hu-HU" dirty="0"/>
          </a:p>
        </p:txBody>
      </p:sp>
    </p:spTree>
    <p:extLst>
      <p:ext uri="{BB962C8B-B14F-4D97-AF65-F5344CB8AC3E}">
        <p14:creationId xmlns:p14="http://schemas.microsoft.com/office/powerpoint/2010/main" val="1276274942"/>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90" r:id="rId3"/>
    <p:sldLayoutId id="2147483686" r:id="rId4"/>
    <p:sldLayoutId id="2147483688" r:id="rId5"/>
    <p:sldLayoutId id="2147483691" r:id="rId6"/>
    <p:sldLayoutId id="2147483687" r:id="rId7"/>
    <p:sldLayoutId id="2147483689" r:id="rId8"/>
    <p:sldLayoutId id="2147483666" r:id="rId9"/>
    <p:sldLayoutId id="2147483692"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mailto:maria.kavoosi@hcemm.eu" TargetMode="External"/><Relationship Id="rId2" Type="http://schemas.openxmlformats.org/officeDocument/2006/relationships/hyperlink" Target="mailto:jsequeira@puli.hcemm.eu" TargetMode="External"/><Relationship Id="rId1" Type="http://schemas.openxmlformats.org/officeDocument/2006/relationships/slideLayout" Target="../slideLayouts/slideLayout7.xml"/><Relationship Id="rId4" Type="http://schemas.openxmlformats.org/officeDocument/2006/relationships/hyperlink" Target="mailto:joao.sequeira@hcemm.eu"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2" Type="http://schemas.openxmlformats.org/officeDocument/2006/relationships/hyperlink" Target="https://en.wikipedia.org/wiki/Integrated_development_environment"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mailto:Joao.Sequeira@hcemm.eu" TargetMode="External"/><Relationship Id="rId2" Type="http://schemas.openxmlformats.org/officeDocument/2006/relationships/hyperlink" Target="mailto:Maria.Kavoosi@hcemm.eu" TargetMode="External"/><Relationship Id="rId1" Type="http://schemas.openxmlformats.org/officeDocument/2006/relationships/slideLayout" Target="../slideLayouts/slideLayout10.xml"/><Relationship Id="rId4" Type="http://schemas.openxmlformats.org/officeDocument/2006/relationships/hyperlink" Target="mailto:Istvan.Szepesi-Nagy@hcemm.e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alable Bioinformatics Workflows: Cloud Optimization &amp; Hardware  Acceleration">
            <a:extLst>
              <a:ext uri="{FF2B5EF4-FFF2-40B4-BE49-F238E27FC236}">
                <a16:creationId xmlns:a16="http://schemas.microsoft.com/office/drawing/2014/main" id="{AE7A5ABF-4DB3-7D84-15FF-2D4F56AB33CF}"/>
              </a:ext>
            </a:extLst>
          </p:cNvPr>
          <p:cNvPicPr>
            <a:picLocks noChangeAspect="1"/>
          </p:cNvPicPr>
          <p:nvPr/>
        </p:nvPicPr>
        <p:blipFill>
          <a:blip r:embed="rId2"/>
          <a:stretch>
            <a:fillRect/>
          </a:stretch>
        </p:blipFill>
        <p:spPr>
          <a:xfrm>
            <a:off x="6594578" y="1858992"/>
            <a:ext cx="5379995" cy="2811199"/>
          </a:xfrm>
          <a:prstGeom prst="rect">
            <a:avLst/>
          </a:prstGeom>
        </p:spPr>
      </p:pic>
      <p:sp>
        <p:nvSpPr>
          <p:cNvPr id="8" name="Text Placeholder 1">
            <a:extLst>
              <a:ext uri="{FF2B5EF4-FFF2-40B4-BE49-F238E27FC236}">
                <a16:creationId xmlns:a16="http://schemas.microsoft.com/office/drawing/2014/main" id="{98D348D1-4A9C-837B-2EC5-C089E0924C90}"/>
              </a:ext>
            </a:extLst>
          </p:cNvPr>
          <p:cNvSpPr>
            <a:spLocks noGrp="1"/>
          </p:cNvSpPr>
          <p:nvPr>
            <p:ph type="body" sz="quarter" idx="10"/>
          </p:nvPr>
        </p:nvSpPr>
        <p:spPr>
          <a:xfrm>
            <a:off x="5486400" y="1838185"/>
            <a:ext cx="4563374" cy="2628671"/>
          </a:xfrm>
        </p:spPr>
        <p:txBody>
          <a:bodyPr>
            <a:normAutofit/>
          </a:bodyPr>
          <a:lstStyle/>
          <a:p>
            <a:r>
              <a:rPr lang="en-US" dirty="0"/>
              <a:t>Acceleration toolbox for Bioinformatics</a:t>
            </a:r>
          </a:p>
        </p:txBody>
      </p:sp>
      <p:sp>
        <p:nvSpPr>
          <p:cNvPr id="9" name="Text Placeholder 2">
            <a:extLst>
              <a:ext uri="{FF2B5EF4-FFF2-40B4-BE49-F238E27FC236}">
                <a16:creationId xmlns:a16="http://schemas.microsoft.com/office/drawing/2014/main" id="{7AAFFD82-476D-1120-CD4E-795F2BC8A70A}"/>
              </a:ext>
            </a:extLst>
          </p:cNvPr>
          <p:cNvSpPr>
            <a:spLocks noGrp="1"/>
          </p:cNvSpPr>
          <p:nvPr>
            <p:ph type="body" sz="quarter" idx="11"/>
          </p:nvPr>
        </p:nvSpPr>
        <p:spPr>
          <a:xfrm>
            <a:off x="5573691" y="4670191"/>
            <a:ext cx="5938838" cy="1381213"/>
          </a:xfrm>
        </p:spPr>
        <p:txBody>
          <a:bodyPr>
            <a:normAutofit/>
          </a:bodyPr>
          <a:lstStyle/>
          <a:p>
            <a:r>
              <a:rPr lang="en-US" dirty="0"/>
              <a:t>João Carlos Sequeira</a:t>
            </a:r>
          </a:p>
          <a:p>
            <a:r>
              <a:rPr lang="en-US" dirty="0"/>
              <a:t>István Nagy-Szepesi </a:t>
            </a:r>
          </a:p>
          <a:p>
            <a:r>
              <a:rPr lang="en-US" noProof="0" dirty="0"/>
              <a:t>Maria Kavoosi</a:t>
            </a:r>
          </a:p>
          <a:p>
            <a:r>
              <a:rPr lang="en-US" noProof="0" dirty="0"/>
              <a:t>Scientific Computing Advanced Core Facility</a:t>
            </a:r>
          </a:p>
        </p:txBody>
      </p:sp>
      <p:pic>
        <p:nvPicPr>
          <p:cNvPr id="10" name="Kép 10">
            <a:extLst>
              <a:ext uri="{FF2B5EF4-FFF2-40B4-BE49-F238E27FC236}">
                <a16:creationId xmlns:a16="http://schemas.microsoft.com/office/drawing/2014/main" id="{9C51B3C2-FABD-04DE-D6B2-3238F26ED8B6}"/>
              </a:ext>
            </a:extLst>
          </p:cNvPr>
          <p:cNvPicPr>
            <a:picLocks noChangeAspect="1"/>
          </p:cNvPicPr>
          <p:nvPr/>
        </p:nvPicPr>
        <p:blipFill>
          <a:blip r:embed="rId3"/>
          <a:stretch>
            <a:fillRect/>
          </a:stretch>
        </p:blipFill>
        <p:spPr>
          <a:xfrm>
            <a:off x="670967" y="2811100"/>
            <a:ext cx="4291696" cy="1072924"/>
          </a:xfrm>
          <a:prstGeom prst="rect">
            <a:avLst/>
          </a:prstGeom>
        </p:spPr>
      </p:pic>
      <p:pic>
        <p:nvPicPr>
          <p:cNvPr id="11" name="Kép 11">
            <a:extLst>
              <a:ext uri="{FF2B5EF4-FFF2-40B4-BE49-F238E27FC236}">
                <a16:creationId xmlns:a16="http://schemas.microsoft.com/office/drawing/2014/main" id="{AA4F0EAC-24A1-B19D-FD6D-DA4E29030B3E}"/>
              </a:ext>
            </a:extLst>
          </p:cNvPr>
          <p:cNvPicPr>
            <a:picLocks noChangeAspect="1"/>
          </p:cNvPicPr>
          <p:nvPr/>
        </p:nvPicPr>
        <p:blipFill>
          <a:blip r:embed="rId4"/>
          <a:stretch>
            <a:fillRect/>
          </a:stretch>
        </p:blipFill>
        <p:spPr>
          <a:xfrm>
            <a:off x="1767840" y="4189162"/>
            <a:ext cx="1881052" cy="1862242"/>
          </a:xfrm>
          <a:prstGeom prst="rect">
            <a:avLst/>
          </a:prstGeom>
        </p:spPr>
      </p:pic>
    </p:spTree>
    <p:extLst>
      <p:ext uri="{BB962C8B-B14F-4D97-AF65-F5344CB8AC3E}">
        <p14:creationId xmlns:p14="http://schemas.microsoft.com/office/powerpoint/2010/main" val="2707097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3B232-E941-5D1F-2262-96760CCDE78C}"/>
            </a:ext>
          </a:extLst>
        </p:cNvPr>
        <p:cNvGrpSpPr/>
        <p:nvPr/>
      </p:nvGrpSpPr>
      <p:grpSpPr>
        <a:xfrm>
          <a:off x="0" y="0"/>
          <a:ext cx="0" cy="0"/>
          <a:chOff x="0" y="0"/>
          <a:chExt cx="0" cy="0"/>
        </a:xfrm>
      </p:grpSpPr>
      <p:sp>
        <p:nvSpPr>
          <p:cNvPr id="4" name="Marcador de Posição do Número do Diapositivo 3">
            <a:extLst>
              <a:ext uri="{FF2B5EF4-FFF2-40B4-BE49-F238E27FC236}">
                <a16:creationId xmlns:a16="http://schemas.microsoft.com/office/drawing/2014/main" id="{C77934B8-DF0A-FA51-FD7F-F3B6F149A096}"/>
              </a:ext>
            </a:extLst>
          </p:cNvPr>
          <p:cNvSpPr>
            <a:spLocks noGrp="1"/>
          </p:cNvSpPr>
          <p:nvPr>
            <p:ph type="sldNum" sz="quarter" idx="11"/>
          </p:nvPr>
        </p:nvSpPr>
        <p:spPr/>
        <p:txBody>
          <a:bodyPr/>
          <a:lstStyle/>
          <a:p>
            <a:fld id="{20B01981-BAC9-448B-9192-9C05FAA59408}" type="slidenum">
              <a:rPr lang="en-US" noProof="0" smtClean="0"/>
              <a:pPr/>
              <a:t>2</a:t>
            </a:fld>
            <a:endParaRPr lang="en-US" noProof="0" dirty="0"/>
          </a:p>
        </p:txBody>
      </p:sp>
      <p:sp>
        <p:nvSpPr>
          <p:cNvPr id="7" name="Google Shape;129;p24">
            <a:extLst>
              <a:ext uri="{FF2B5EF4-FFF2-40B4-BE49-F238E27FC236}">
                <a16:creationId xmlns:a16="http://schemas.microsoft.com/office/drawing/2014/main" id="{6A103AB6-6923-2947-A91E-93D86FD5C6E8}"/>
              </a:ext>
            </a:extLst>
          </p:cNvPr>
          <p:cNvSpPr txBox="1">
            <a:spLocks/>
          </p:cNvSpPr>
          <p:nvPr/>
        </p:nvSpPr>
        <p:spPr>
          <a:xfrm>
            <a:off x="450518" y="399459"/>
            <a:ext cx="9987631" cy="643280"/>
          </a:xfrm>
          <a:prstGeom prst="rect">
            <a:avLst/>
          </a:prstGeom>
          <a:noFill/>
          <a:ln>
            <a:noFill/>
          </a:ln>
        </p:spPr>
        <p:txBody>
          <a:bodyPr spcFirstLastPara="1" vert="horz" wrap="square" lIns="91433" tIns="45700" rIns="91433"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AAF0"/>
              </a:buClr>
              <a:buSzPts val="1800"/>
              <a:buFont typeface="Arial" panose="020B0604020202020204" pitchFamily="34" charset="0"/>
              <a:buNone/>
              <a:tabLst/>
              <a:defRPr/>
            </a:pPr>
            <a:r>
              <a:rPr kumimoji="0" lang="en-US" sz="2400" b="1" i="0" u="none" strike="noStrike" kern="1200" cap="none" spc="0" normalizeH="0" baseline="0" noProof="0" dirty="0">
                <a:ln>
                  <a:noFill/>
                </a:ln>
                <a:solidFill>
                  <a:srgbClr val="00AAF0"/>
                </a:solidFill>
                <a:effectLst/>
                <a:uLnTx/>
                <a:uFillTx/>
                <a:latin typeface="Verdana"/>
                <a:ea typeface="Verdana"/>
                <a:sym typeface="Verdana"/>
              </a:rPr>
              <a:t>Workshop overview</a:t>
            </a:r>
          </a:p>
          <a:p>
            <a:pPr marL="0" indent="0">
              <a:spcBef>
                <a:spcPts val="0"/>
              </a:spcBef>
              <a:buNone/>
            </a:pPr>
            <a:endParaRPr lang="en-US" dirty="0"/>
          </a:p>
        </p:txBody>
      </p:sp>
      <p:sp>
        <p:nvSpPr>
          <p:cNvPr id="8" name="Content Placeholder 2">
            <a:extLst>
              <a:ext uri="{FF2B5EF4-FFF2-40B4-BE49-F238E27FC236}">
                <a16:creationId xmlns:a16="http://schemas.microsoft.com/office/drawing/2014/main" id="{3E5127F3-5126-6F78-ECAE-B5A5E6A7982C}"/>
              </a:ext>
            </a:extLst>
          </p:cNvPr>
          <p:cNvSpPr txBox="1">
            <a:spLocks/>
          </p:cNvSpPr>
          <p:nvPr/>
        </p:nvSpPr>
        <p:spPr>
          <a:xfrm>
            <a:off x="668840" y="1293960"/>
            <a:ext cx="10854320" cy="459788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12A0CB"/>
              </a:buClr>
            </a:pPr>
            <a:r>
              <a:rPr lang="en-US" dirty="0"/>
              <a:t>1</a:t>
            </a:r>
            <a:r>
              <a:rPr lang="en-US" baseline="30000" dirty="0"/>
              <a:t>st</a:t>
            </a:r>
            <a:r>
              <a:rPr lang="en-US" dirty="0"/>
              <a:t> day – Full Tutorial on Version control and GitHub</a:t>
            </a:r>
          </a:p>
          <a:p>
            <a:pPr lvl="2">
              <a:buClr>
                <a:srgbClr val="12A0CB"/>
              </a:buClr>
            </a:pPr>
            <a:r>
              <a:rPr lang="en-US" dirty="0"/>
              <a:t>From your first repo to GH actions and pages and collaborative work</a:t>
            </a:r>
          </a:p>
          <a:p>
            <a:pPr lvl="1">
              <a:buClr>
                <a:srgbClr val="12A0CB"/>
              </a:buClr>
            </a:pPr>
            <a:endParaRPr lang="en-US" dirty="0"/>
          </a:p>
          <a:p>
            <a:pPr lvl="1">
              <a:buClr>
                <a:srgbClr val="12A0CB"/>
              </a:buClr>
            </a:pPr>
            <a:r>
              <a:rPr lang="en-US" dirty="0"/>
              <a:t>2</a:t>
            </a:r>
            <a:r>
              <a:rPr lang="en-US" baseline="30000" dirty="0"/>
              <a:t>nd</a:t>
            </a:r>
            <a:r>
              <a:rPr lang="en-US" dirty="0"/>
              <a:t> day - Introduction to Containerization, </a:t>
            </a:r>
            <a:r>
              <a:rPr lang="en-US" dirty="0" err="1"/>
              <a:t>DockerHub</a:t>
            </a:r>
            <a:r>
              <a:rPr lang="en-US" dirty="0"/>
              <a:t>, and Singularity/</a:t>
            </a:r>
            <a:r>
              <a:rPr lang="en-US" dirty="0" err="1"/>
              <a:t>Apptainer</a:t>
            </a:r>
            <a:endParaRPr lang="en-US" dirty="0"/>
          </a:p>
          <a:p>
            <a:pPr lvl="2">
              <a:buClr>
                <a:srgbClr val="12A0CB"/>
              </a:buClr>
            </a:pPr>
            <a:r>
              <a:rPr lang="en-US" dirty="0"/>
              <a:t>How to build your own isolated OS for easy package management and reproducible analyses</a:t>
            </a:r>
          </a:p>
          <a:p>
            <a:pPr lvl="2">
              <a:buClr>
                <a:srgbClr val="12A0CB"/>
              </a:buClr>
            </a:pPr>
            <a:endParaRPr lang="en-US" dirty="0"/>
          </a:p>
          <a:p>
            <a:pPr lvl="1">
              <a:buClr>
                <a:srgbClr val="12A0CB"/>
              </a:buClr>
            </a:pPr>
            <a:r>
              <a:rPr lang="en-US" dirty="0"/>
              <a:t>3</a:t>
            </a:r>
            <a:r>
              <a:rPr lang="en-US" baseline="30000" dirty="0"/>
              <a:t>rd</a:t>
            </a:r>
            <a:r>
              <a:rPr lang="en-US" dirty="0"/>
              <a:t> day – Introduction to Workflow Managers and </a:t>
            </a:r>
            <a:r>
              <a:rPr lang="en-US" dirty="0" err="1"/>
              <a:t>Nextflow</a:t>
            </a:r>
            <a:endParaRPr lang="en-US" dirty="0"/>
          </a:p>
          <a:p>
            <a:pPr lvl="2">
              <a:buClr>
                <a:srgbClr val="12A0CB"/>
              </a:buClr>
            </a:pPr>
            <a:r>
              <a:rPr lang="en-US" dirty="0"/>
              <a:t>Better reproducibility and documentation, easier management of workflow development and run</a:t>
            </a:r>
          </a:p>
          <a:p>
            <a:pPr lvl="2">
              <a:buClr>
                <a:srgbClr val="12A0CB"/>
              </a:buClr>
            </a:pPr>
            <a:endParaRPr lang="en-US" dirty="0"/>
          </a:p>
          <a:p>
            <a:pPr lvl="1">
              <a:buClr>
                <a:srgbClr val="12A0CB"/>
              </a:buClr>
            </a:pPr>
            <a:r>
              <a:rPr lang="en-US" dirty="0"/>
              <a:t>4</a:t>
            </a:r>
            <a:r>
              <a:rPr lang="en-US" baseline="30000" dirty="0"/>
              <a:t>th</a:t>
            </a:r>
            <a:r>
              <a:rPr lang="en-US" dirty="0"/>
              <a:t> day – Introduction to Unit Testing with </a:t>
            </a:r>
            <a:r>
              <a:rPr lang="en-US" dirty="0" err="1"/>
              <a:t>nf</a:t>
            </a:r>
            <a:r>
              <a:rPr lang="en-US" dirty="0"/>
              <a:t>-test</a:t>
            </a:r>
          </a:p>
          <a:p>
            <a:pPr lvl="2">
              <a:buClr>
                <a:srgbClr val="12A0CB"/>
              </a:buClr>
            </a:pPr>
            <a:r>
              <a:rPr lang="en-US" dirty="0"/>
              <a:t>Testing each part of pipelines so all together make a functional tool/analysis</a:t>
            </a:r>
          </a:p>
          <a:p>
            <a:pPr lvl="2">
              <a:buClr>
                <a:srgbClr val="12A0CB"/>
              </a:buClr>
            </a:pPr>
            <a:endParaRPr lang="en-US" dirty="0"/>
          </a:p>
          <a:p>
            <a:pPr lvl="1">
              <a:buClr>
                <a:srgbClr val="12A0CB"/>
              </a:buClr>
            </a:pPr>
            <a:r>
              <a:rPr lang="en-US" dirty="0"/>
              <a:t>5</a:t>
            </a:r>
            <a:r>
              <a:rPr lang="en-US" baseline="30000" dirty="0"/>
              <a:t>th</a:t>
            </a:r>
            <a:r>
              <a:rPr lang="en-US" dirty="0"/>
              <a:t> day – Leveraging package managers and Q&amp;A</a:t>
            </a:r>
          </a:p>
          <a:p>
            <a:pPr lvl="1">
              <a:buClr>
                <a:srgbClr val="12A0CB"/>
              </a:buClr>
            </a:pPr>
            <a:endParaRPr lang="en-US" dirty="0"/>
          </a:p>
        </p:txBody>
      </p:sp>
    </p:spTree>
    <p:extLst>
      <p:ext uri="{BB962C8B-B14F-4D97-AF65-F5344CB8AC3E}">
        <p14:creationId xmlns:p14="http://schemas.microsoft.com/office/powerpoint/2010/main" val="3504834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animEffect transition="in" filter="fade">
                                      <p:cBhvr>
                                        <p:cTn id="17" dur="500"/>
                                        <p:tgtEl>
                                          <p:spTgt spid="8">
                                            <p:txEl>
                                              <p:pRg st="6" end="6"/>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xEl>
                                              <p:pRg st="7" end="7"/>
                                            </p:txEl>
                                          </p:spTgt>
                                        </p:tgtEl>
                                        <p:attrNameLst>
                                          <p:attrName>style.visibility</p:attrName>
                                        </p:attrNameLst>
                                      </p:cBhvr>
                                      <p:to>
                                        <p:strVal val="visible"/>
                                      </p:to>
                                    </p:set>
                                    <p:animEffect transition="in" filter="fade">
                                      <p:cBhvr>
                                        <p:cTn id="20" dur="500"/>
                                        <p:tgtEl>
                                          <p:spTgt spid="8">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xEl>
                                              <p:pRg st="9" end="9"/>
                                            </p:txEl>
                                          </p:spTgt>
                                        </p:tgtEl>
                                        <p:attrNameLst>
                                          <p:attrName>style.visibility</p:attrName>
                                        </p:attrNameLst>
                                      </p:cBhvr>
                                      <p:to>
                                        <p:strVal val="visible"/>
                                      </p:to>
                                    </p:set>
                                    <p:animEffect transition="in" filter="fade">
                                      <p:cBhvr>
                                        <p:cTn id="25" dur="500"/>
                                        <p:tgtEl>
                                          <p:spTgt spid="8">
                                            <p:txEl>
                                              <p:pRg st="9" end="9"/>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8">
                                            <p:txEl>
                                              <p:pRg st="10" end="10"/>
                                            </p:txEl>
                                          </p:spTgt>
                                        </p:tgtEl>
                                        <p:attrNameLst>
                                          <p:attrName>style.visibility</p:attrName>
                                        </p:attrNameLst>
                                      </p:cBhvr>
                                      <p:to>
                                        <p:strVal val="visible"/>
                                      </p:to>
                                    </p:set>
                                    <p:animEffect transition="in" filter="fade">
                                      <p:cBhvr>
                                        <p:cTn id="28" dur="500"/>
                                        <p:tgtEl>
                                          <p:spTgt spid="8">
                                            <p:txEl>
                                              <p:pRg st="10" end="1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8">
                                            <p:txEl>
                                              <p:pRg st="12" end="12"/>
                                            </p:txEl>
                                          </p:spTgt>
                                        </p:tgtEl>
                                        <p:attrNameLst>
                                          <p:attrName>style.visibility</p:attrName>
                                        </p:attrNameLst>
                                      </p:cBhvr>
                                      <p:to>
                                        <p:strVal val="visible"/>
                                      </p:to>
                                    </p:set>
                                    <p:animEffect transition="in" filter="fade">
                                      <p:cBhvr>
                                        <p:cTn id="31" dur="5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6F212-EA76-2803-D79C-BB33C8236DCF}"/>
            </a:ext>
          </a:extLst>
        </p:cNvPr>
        <p:cNvGrpSpPr/>
        <p:nvPr/>
      </p:nvGrpSpPr>
      <p:grpSpPr>
        <a:xfrm>
          <a:off x="0" y="0"/>
          <a:ext cx="0" cy="0"/>
          <a:chOff x="0" y="0"/>
          <a:chExt cx="0" cy="0"/>
        </a:xfrm>
      </p:grpSpPr>
      <p:pic>
        <p:nvPicPr>
          <p:cNvPr id="25" name="Picture 24" descr="Github Actions: How To Create Templates | by Lucas Maia | Dev Genius">
            <a:extLst>
              <a:ext uri="{FF2B5EF4-FFF2-40B4-BE49-F238E27FC236}">
                <a16:creationId xmlns:a16="http://schemas.microsoft.com/office/drawing/2014/main" id="{B2F99548-BE4C-DA69-8FBF-5CCCA47A84FD}"/>
              </a:ext>
            </a:extLst>
          </p:cNvPr>
          <p:cNvPicPr>
            <a:picLocks noChangeAspect="1"/>
          </p:cNvPicPr>
          <p:nvPr/>
        </p:nvPicPr>
        <p:blipFill>
          <a:blip r:embed="rId2"/>
          <a:srcRect l="18077" t="4255" r="20611" b="5224"/>
          <a:stretch>
            <a:fillRect/>
          </a:stretch>
        </p:blipFill>
        <p:spPr>
          <a:xfrm>
            <a:off x="9218639" y="3171840"/>
            <a:ext cx="2552097" cy="1927801"/>
          </a:xfrm>
          <a:prstGeom prst="rect">
            <a:avLst/>
          </a:prstGeom>
        </p:spPr>
      </p:pic>
      <p:pic>
        <p:nvPicPr>
          <p:cNvPr id="19" name="Picture 18" descr="Subcommands of SeqKit2">
            <a:extLst>
              <a:ext uri="{FF2B5EF4-FFF2-40B4-BE49-F238E27FC236}">
                <a16:creationId xmlns:a16="http://schemas.microsoft.com/office/drawing/2014/main" id="{9FA9B5B5-3FF8-5F65-9650-FF9FBAF239EC}"/>
              </a:ext>
            </a:extLst>
          </p:cNvPr>
          <p:cNvPicPr>
            <a:picLocks noChangeAspect="1"/>
          </p:cNvPicPr>
          <p:nvPr/>
        </p:nvPicPr>
        <p:blipFill>
          <a:blip r:embed="rId3"/>
          <a:stretch>
            <a:fillRect/>
          </a:stretch>
        </p:blipFill>
        <p:spPr>
          <a:xfrm>
            <a:off x="3925842" y="1859341"/>
            <a:ext cx="3609990" cy="2281514"/>
          </a:xfrm>
          <a:prstGeom prst="rect">
            <a:avLst/>
          </a:prstGeom>
        </p:spPr>
      </p:pic>
      <p:pic>
        <p:nvPicPr>
          <p:cNvPr id="12" name="Picture 11" descr="FASTQ files">
            <a:extLst>
              <a:ext uri="{FF2B5EF4-FFF2-40B4-BE49-F238E27FC236}">
                <a16:creationId xmlns:a16="http://schemas.microsoft.com/office/drawing/2014/main" id="{A5AABC37-8154-829E-9C2C-078DFF1F957E}"/>
              </a:ext>
            </a:extLst>
          </p:cNvPr>
          <p:cNvPicPr>
            <a:picLocks noChangeAspect="1"/>
          </p:cNvPicPr>
          <p:nvPr/>
        </p:nvPicPr>
        <p:blipFill>
          <a:blip r:embed="rId4"/>
          <a:stretch>
            <a:fillRect/>
          </a:stretch>
        </p:blipFill>
        <p:spPr>
          <a:xfrm>
            <a:off x="128715" y="3740989"/>
            <a:ext cx="3877100" cy="2180430"/>
          </a:xfrm>
          <a:prstGeom prst="rect">
            <a:avLst/>
          </a:prstGeom>
        </p:spPr>
      </p:pic>
      <p:sp>
        <p:nvSpPr>
          <p:cNvPr id="4" name="Marcador de Posição do Número do Diapositivo 3">
            <a:extLst>
              <a:ext uri="{FF2B5EF4-FFF2-40B4-BE49-F238E27FC236}">
                <a16:creationId xmlns:a16="http://schemas.microsoft.com/office/drawing/2014/main" id="{468E186F-AD8E-1FB6-9DF9-5BF7081A8446}"/>
              </a:ext>
            </a:extLst>
          </p:cNvPr>
          <p:cNvSpPr>
            <a:spLocks noGrp="1"/>
          </p:cNvSpPr>
          <p:nvPr>
            <p:ph type="sldNum" sz="quarter" idx="11"/>
          </p:nvPr>
        </p:nvSpPr>
        <p:spPr/>
        <p:txBody>
          <a:bodyPr/>
          <a:lstStyle/>
          <a:p>
            <a:fld id="{20B01981-BAC9-448B-9192-9C05FAA59408}" type="slidenum">
              <a:rPr lang="en-US" noProof="0" smtClean="0"/>
              <a:pPr/>
              <a:t>3</a:t>
            </a:fld>
            <a:endParaRPr lang="en-US" noProof="0" dirty="0"/>
          </a:p>
        </p:txBody>
      </p:sp>
      <p:sp>
        <p:nvSpPr>
          <p:cNvPr id="7" name="Google Shape;129;p24">
            <a:extLst>
              <a:ext uri="{FF2B5EF4-FFF2-40B4-BE49-F238E27FC236}">
                <a16:creationId xmlns:a16="http://schemas.microsoft.com/office/drawing/2014/main" id="{8E70AF4E-60D7-5FE1-D023-5311AD867F38}"/>
              </a:ext>
            </a:extLst>
          </p:cNvPr>
          <p:cNvSpPr txBox="1">
            <a:spLocks/>
          </p:cNvSpPr>
          <p:nvPr/>
        </p:nvSpPr>
        <p:spPr>
          <a:xfrm>
            <a:off x="450518" y="399459"/>
            <a:ext cx="9987631" cy="643280"/>
          </a:xfrm>
          <a:prstGeom prst="rect">
            <a:avLst/>
          </a:prstGeom>
          <a:noFill/>
          <a:ln>
            <a:noFill/>
          </a:ln>
        </p:spPr>
        <p:txBody>
          <a:bodyPr spcFirstLastPara="1" vert="horz" wrap="square" lIns="91433" tIns="45700" rIns="91433"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AAF0"/>
              </a:buClr>
              <a:buSzPts val="1800"/>
              <a:buFont typeface="Arial" panose="020B0604020202020204" pitchFamily="34" charset="0"/>
              <a:buNone/>
              <a:tabLst/>
              <a:defRPr/>
            </a:pPr>
            <a:r>
              <a:rPr kumimoji="0" lang="en-US" sz="2400" b="1" i="0" u="none" strike="noStrike" kern="1200" cap="none" spc="0" normalizeH="0" baseline="0" noProof="0" dirty="0">
                <a:ln>
                  <a:noFill/>
                </a:ln>
                <a:solidFill>
                  <a:srgbClr val="00AAF0"/>
                </a:solidFill>
                <a:effectLst/>
                <a:uLnTx/>
                <a:uFillTx/>
                <a:latin typeface="Verdana"/>
                <a:ea typeface="Verdana"/>
                <a:sym typeface="Verdana"/>
              </a:rPr>
              <a:t>Overview of the GitHub pipeline</a:t>
            </a:r>
          </a:p>
          <a:p>
            <a:pPr marL="0" indent="0">
              <a:spcBef>
                <a:spcPts val="0"/>
              </a:spcBef>
              <a:buNone/>
            </a:pPr>
            <a:endParaRPr lang="en-US" dirty="0"/>
          </a:p>
        </p:txBody>
      </p:sp>
      <p:sp>
        <p:nvSpPr>
          <p:cNvPr id="2" name="AutoShape 2">
            <a:extLst>
              <a:ext uri="{FF2B5EF4-FFF2-40B4-BE49-F238E27FC236}">
                <a16:creationId xmlns:a16="http://schemas.microsoft.com/office/drawing/2014/main" id="{E6911074-00EC-119E-7AEE-84435E4BE2A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a:extLst>
              <a:ext uri="{FF2B5EF4-FFF2-40B4-BE49-F238E27FC236}">
                <a16:creationId xmlns:a16="http://schemas.microsoft.com/office/drawing/2014/main" id="{2AD23E02-938C-81ED-D470-A0F5B6ED4B7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Content Placeholder 2">
            <a:extLst>
              <a:ext uri="{FF2B5EF4-FFF2-40B4-BE49-F238E27FC236}">
                <a16:creationId xmlns:a16="http://schemas.microsoft.com/office/drawing/2014/main" id="{B0F94EC7-6D0F-5034-782B-9EC6D9720E8A}"/>
              </a:ext>
            </a:extLst>
          </p:cNvPr>
          <p:cNvSpPr txBox="1">
            <a:spLocks/>
          </p:cNvSpPr>
          <p:nvPr/>
        </p:nvSpPr>
        <p:spPr>
          <a:xfrm>
            <a:off x="227120" y="1096170"/>
            <a:ext cx="8456843" cy="603582"/>
          </a:xfrm>
          <a:prstGeom prst="rect">
            <a:avLst/>
          </a:prstGeom>
          <a:solidFill>
            <a:schemeClr val="bg1"/>
          </a:solidFill>
          <a:ln w="28575">
            <a:solidFill>
              <a:srgbClr val="12A0CB"/>
            </a:solidFill>
          </a:ln>
        </p:spPr>
        <p:txBody>
          <a:bodyPr wrap="square" lIns="0" r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Clr>
                <a:srgbClr val="12A0CB"/>
              </a:buClr>
              <a:buNone/>
            </a:pPr>
            <a:r>
              <a:rPr lang="en-US" sz="1800" dirty="0"/>
              <a:t>Your PI sent you some </a:t>
            </a:r>
            <a:r>
              <a:rPr lang="en-US" sz="1800" dirty="0" err="1"/>
              <a:t>FastQ</a:t>
            </a:r>
            <a:r>
              <a:rPr lang="en-US" sz="1800" dirty="0"/>
              <a:t> reads to analyze, identify presence of glucocorticoid responsive genes, and summarize all information in a web site report.</a:t>
            </a:r>
          </a:p>
        </p:txBody>
      </p:sp>
      <p:sp>
        <p:nvSpPr>
          <p:cNvPr id="10" name="TextBox 9">
            <a:extLst>
              <a:ext uri="{FF2B5EF4-FFF2-40B4-BE49-F238E27FC236}">
                <a16:creationId xmlns:a16="http://schemas.microsoft.com/office/drawing/2014/main" id="{A3B19BAD-BF0C-039C-1416-CF7275B21633}"/>
              </a:ext>
            </a:extLst>
          </p:cNvPr>
          <p:cNvSpPr txBox="1"/>
          <p:nvPr/>
        </p:nvSpPr>
        <p:spPr>
          <a:xfrm>
            <a:off x="1426192" y="3212068"/>
            <a:ext cx="1282146" cy="369332"/>
          </a:xfrm>
          <a:prstGeom prst="rect">
            <a:avLst/>
          </a:prstGeom>
          <a:ln w="28575"/>
        </p:spPr>
        <p:style>
          <a:lnRef idx="2">
            <a:schemeClr val="accent4"/>
          </a:lnRef>
          <a:fillRef idx="1">
            <a:schemeClr val="lt1"/>
          </a:fillRef>
          <a:effectRef idx="0">
            <a:schemeClr val="accent4"/>
          </a:effectRef>
          <a:fontRef idx="minor">
            <a:schemeClr val="dk1"/>
          </a:fontRef>
        </p:style>
        <p:txBody>
          <a:bodyPr wrap="none" rtlCol="0">
            <a:spAutoFit/>
          </a:bodyPr>
          <a:lstStyle/>
          <a:p>
            <a:r>
              <a:rPr lang="en-GB" dirty="0" err="1"/>
              <a:t>FastQ</a:t>
            </a:r>
            <a:r>
              <a:rPr lang="en-GB" dirty="0"/>
              <a:t> reads</a:t>
            </a:r>
          </a:p>
        </p:txBody>
      </p:sp>
      <p:pic>
        <p:nvPicPr>
          <p:cNvPr id="14" name="Picture 13" descr="Babraham Bioinformatics - FastQC A Quality Control tool for High Throughput  Sequence Data">
            <a:extLst>
              <a:ext uri="{FF2B5EF4-FFF2-40B4-BE49-F238E27FC236}">
                <a16:creationId xmlns:a16="http://schemas.microsoft.com/office/drawing/2014/main" id="{7F4EA36D-13B6-FA32-5A1D-A9FEFB199C67}"/>
              </a:ext>
            </a:extLst>
          </p:cNvPr>
          <p:cNvPicPr>
            <a:picLocks noChangeAspect="1"/>
          </p:cNvPicPr>
          <p:nvPr/>
        </p:nvPicPr>
        <p:blipFill>
          <a:blip r:embed="rId5"/>
          <a:stretch>
            <a:fillRect/>
          </a:stretch>
        </p:blipFill>
        <p:spPr>
          <a:xfrm>
            <a:off x="9091148" y="872156"/>
            <a:ext cx="2552096" cy="1751635"/>
          </a:xfrm>
          <a:prstGeom prst="rect">
            <a:avLst/>
          </a:prstGeom>
        </p:spPr>
      </p:pic>
      <p:sp>
        <p:nvSpPr>
          <p:cNvPr id="15" name="Arrow: Right 14">
            <a:extLst>
              <a:ext uri="{FF2B5EF4-FFF2-40B4-BE49-F238E27FC236}">
                <a16:creationId xmlns:a16="http://schemas.microsoft.com/office/drawing/2014/main" id="{4D86909B-97B6-9220-6C15-43C89B772544}"/>
              </a:ext>
            </a:extLst>
          </p:cNvPr>
          <p:cNvSpPr/>
          <p:nvPr/>
        </p:nvSpPr>
        <p:spPr>
          <a:xfrm rot="20157446">
            <a:off x="2938695" y="2823533"/>
            <a:ext cx="836763" cy="3364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AAB8A469-A691-CBF2-FE4B-58DB8EF40C27}"/>
              </a:ext>
            </a:extLst>
          </p:cNvPr>
          <p:cNvSpPr txBox="1"/>
          <p:nvPr/>
        </p:nvSpPr>
        <p:spPr>
          <a:xfrm>
            <a:off x="7653980" y="2677222"/>
            <a:ext cx="3129318" cy="369332"/>
          </a:xfrm>
          <a:prstGeom prst="rect">
            <a:avLst/>
          </a:prstGeom>
          <a:ln w="28575"/>
        </p:spPr>
        <p:style>
          <a:lnRef idx="2">
            <a:schemeClr val="accent4"/>
          </a:lnRef>
          <a:fillRef idx="1">
            <a:schemeClr val="lt1"/>
          </a:fillRef>
          <a:effectRef idx="0">
            <a:schemeClr val="accent4"/>
          </a:effectRef>
          <a:fontRef idx="minor">
            <a:schemeClr val="dk1"/>
          </a:fontRef>
        </p:style>
        <p:txBody>
          <a:bodyPr wrap="none" rtlCol="0">
            <a:spAutoFit/>
          </a:bodyPr>
          <a:lstStyle/>
          <a:p>
            <a:r>
              <a:rPr lang="en-GB" dirty="0"/>
              <a:t>Quality reports/reads summary</a:t>
            </a:r>
          </a:p>
        </p:txBody>
      </p:sp>
      <p:sp>
        <p:nvSpPr>
          <p:cNvPr id="20" name="Arrow: Right 19">
            <a:extLst>
              <a:ext uri="{FF2B5EF4-FFF2-40B4-BE49-F238E27FC236}">
                <a16:creationId xmlns:a16="http://schemas.microsoft.com/office/drawing/2014/main" id="{99445F05-6A93-5060-82AF-19291D9328EC}"/>
              </a:ext>
            </a:extLst>
          </p:cNvPr>
          <p:cNvSpPr/>
          <p:nvPr/>
        </p:nvSpPr>
        <p:spPr>
          <a:xfrm rot="1141566">
            <a:off x="3957824" y="4977954"/>
            <a:ext cx="836763" cy="3364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5DE454DA-0C9B-6B3A-E4AA-99E9E87BE4AC}"/>
              </a:ext>
            </a:extLst>
          </p:cNvPr>
          <p:cNvSpPr txBox="1"/>
          <p:nvPr/>
        </p:nvSpPr>
        <p:spPr>
          <a:xfrm>
            <a:off x="6958993" y="5099641"/>
            <a:ext cx="1671451" cy="646331"/>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GB" dirty="0"/>
              <a:t>Annotation and reporting</a:t>
            </a:r>
          </a:p>
        </p:txBody>
      </p:sp>
      <p:pic>
        <p:nvPicPr>
          <p:cNvPr id="23" name="Picture 22" descr="Collection: GitHub Pages examples · GitHub">
            <a:extLst>
              <a:ext uri="{FF2B5EF4-FFF2-40B4-BE49-F238E27FC236}">
                <a16:creationId xmlns:a16="http://schemas.microsoft.com/office/drawing/2014/main" id="{2256BD5D-341A-E483-0F85-31FE51A35E64}"/>
              </a:ext>
            </a:extLst>
          </p:cNvPr>
          <p:cNvPicPr>
            <a:picLocks noChangeAspect="1"/>
          </p:cNvPicPr>
          <p:nvPr/>
        </p:nvPicPr>
        <p:blipFill>
          <a:blip r:embed="rId6"/>
          <a:stretch>
            <a:fillRect/>
          </a:stretch>
        </p:blipFill>
        <p:spPr>
          <a:xfrm>
            <a:off x="4994591" y="4938155"/>
            <a:ext cx="1773809" cy="1773809"/>
          </a:xfrm>
          <a:prstGeom prst="rect">
            <a:avLst/>
          </a:prstGeom>
        </p:spPr>
      </p:pic>
      <p:pic>
        <p:nvPicPr>
          <p:cNvPr id="24" name="Picture 23" descr="Software | Digital Biology Group">
            <a:extLst>
              <a:ext uri="{FF2B5EF4-FFF2-40B4-BE49-F238E27FC236}">
                <a16:creationId xmlns:a16="http://schemas.microsoft.com/office/drawing/2014/main" id="{2480961C-0C0B-657B-E5E4-E4FDAC265317}"/>
              </a:ext>
            </a:extLst>
          </p:cNvPr>
          <p:cNvPicPr>
            <a:picLocks noChangeAspect="1"/>
          </p:cNvPicPr>
          <p:nvPr/>
        </p:nvPicPr>
        <p:blipFill>
          <a:blip r:embed="rId7"/>
          <a:srcRect l="2131" t="28596" r="43383" b="29033"/>
          <a:stretch>
            <a:fillRect/>
          </a:stretch>
        </p:blipFill>
        <p:spPr>
          <a:xfrm>
            <a:off x="7013037" y="6094861"/>
            <a:ext cx="3093206" cy="723487"/>
          </a:xfrm>
          <a:prstGeom prst="rect">
            <a:avLst/>
          </a:prstGeom>
        </p:spPr>
      </p:pic>
      <p:pic>
        <p:nvPicPr>
          <p:cNvPr id="22" name="Picture 21" descr="MultiQC Report">
            <a:extLst>
              <a:ext uri="{FF2B5EF4-FFF2-40B4-BE49-F238E27FC236}">
                <a16:creationId xmlns:a16="http://schemas.microsoft.com/office/drawing/2014/main" id="{AC52BA26-D22C-AE47-3F0B-E931F6EFC26D}"/>
              </a:ext>
            </a:extLst>
          </p:cNvPr>
          <p:cNvPicPr>
            <a:picLocks noChangeAspect="1"/>
          </p:cNvPicPr>
          <p:nvPr/>
        </p:nvPicPr>
        <p:blipFill>
          <a:blip r:embed="rId8"/>
          <a:stretch>
            <a:fillRect/>
          </a:stretch>
        </p:blipFill>
        <p:spPr>
          <a:xfrm>
            <a:off x="8933093" y="5346946"/>
            <a:ext cx="2835574" cy="747915"/>
          </a:xfrm>
          <a:prstGeom prst="rect">
            <a:avLst/>
          </a:prstGeom>
        </p:spPr>
      </p:pic>
      <p:sp>
        <p:nvSpPr>
          <p:cNvPr id="26" name="TextBox 25">
            <a:extLst>
              <a:ext uri="{FF2B5EF4-FFF2-40B4-BE49-F238E27FC236}">
                <a16:creationId xmlns:a16="http://schemas.microsoft.com/office/drawing/2014/main" id="{C581CB09-BFF4-ADCA-05E2-8A3D0EA0B04D}"/>
              </a:ext>
            </a:extLst>
          </p:cNvPr>
          <p:cNvSpPr txBox="1"/>
          <p:nvPr/>
        </p:nvSpPr>
        <p:spPr>
          <a:xfrm>
            <a:off x="7841655" y="3973917"/>
            <a:ext cx="1823362" cy="646331"/>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dirty="0"/>
              <a:t>Pipeline testing and deployment</a:t>
            </a:r>
          </a:p>
        </p:txBody>
      </p:sp>
    </p:spTree>
    <p:extLst>
      <p:ext uri="{BB962C8B-B14F-4D97-AF65-F5344CB8AC3E}">
        <p14:creationId xmlns:p14="http://schemas.microsoft.com/office/powerpoint/2010/main" val="3246697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32710-C119-6BD6-83C5-9D2F623B9009}"/>
            </a:ext>
          </a:extLst>
        </p:cNvPr>
        <p:cNvGrpSpPr/>
        <p:nvPr/>
      </p:nvGrpSpPr>
      <p:grpSpPr>
        <a:xfrm>
          <a:off x="0" y="0"/>
          <a:ext cx="0" cy="0"/>
          <a:chOff x="0" y="0"/>
          <a:chExt cx="0" cy="0"/>
        </a:xfrm>
      </p:grpSpPr>
      <p:sp>
        <p:nvSpPr>
          <p:cNvPr id="4" name="Marcador de Posição do Número do Diapositivo 3">
            <a:extLst>
              <a:ext uri="{FF2B5EF4-FFF2-40B4-BE49-F238E27FC236}">
                <a16:creationId xmlns:a16="http://schemas.microsoft.com/office/drawing/2014/main" id="{5D7F5313-F17F-84F3-8FE3-6C0B3BF2D132}"/>
              </a:ext>
            </a:extLst>
          </p:cNvPr>
          <p:cNvSpPr>
            <a:spLocks noGrp="1"/>
          </p:cNvSpPr>
          <p:nvPr>
            <p:ph type="sldNum" sz="quarter" idx="11"/>
          </p:nvPr>
        </p:nvSpPr>
        <p:spPr/>
        <p:txBody>
          <a:bodyPr/>
          <a:lstStyle/>
          <a:p>
            <a:fld id="{20B01981-BAC9-448B-9192-9C05FAA59408}" type="slidenum">
              <a:rPr lang="en-US" noProof="0" smtClean="0"/>
              <a:pPr/>
              <a:t>4</a:t>
            </a:fld>
            <a:endParaRPr lang="en-US" noProof="0" dirty="0"/>
          </a:p>
        </p:txBody>
      </p:sp>
      <p:sp>
        <p:nvSpPr>
          <p:cNvPr id="7" name="Google Shape;129;p24">
            <a:extLst>
              <a:ext uri="{FF2B5EF4-FFF2-40B4-BE49-F238E27FC236}">
                <a16:creationId xmlns:a16="http://schemas.microsoft.com/office/drawing/2014/main" id="{51FEFAF1-D2C6-2D0D-7DAF-2CC82B6A317D}"/>
              </a:ext>
            </a:extLst>
          </p:cNvPr>
          <p:cNvSpPr txBox="1">
            <a:spLocks/>
          </p:cNvSpPr>
          <p:nvPr/>
        </p:nvSpPr>
        <p:spPr>
          <a:xfrm>
            <a:off x="450518" y="399459"/>
            <a:ext cx="9987631" cy="643280"/>
          </a:xfrm>
          <a:prstGeom prst="rect">
            <a:avLst/>
          </a:prstGeom>
          <a:noFill/>
          <a:ln>
            <a:noFill/>
          </a:ln>
        </p:spPr>
        <p:txBody>
          <a:bodyPr spcFirstLastPara="1" vert="horz" wrap="square" lIns="91433" tIns="45700" rIns="91433"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AAF0"/>
              </a:buClr>
              <a:buSzPts val="1800"/>
              <a:buFont typeface="Arial" panose="020B0604020202020204" pitchFamily="34" charset="0"/>
              <a:buNone/>
              <a:tabLst/>
              <a:defRPr/>
            </a:pPr>
            <a:r>
              <a:rPr kumimoji="0" lang="en-US" sz="2400" b="1" i="0" u="none" strike="noStrike" kern="1200" cap="none" spc="0" normalizeH="0" baseline="0" noProof="0" dirty="0">
                <a:ln>
                  <a:noFill/>
                </a:ln>
                <a:solidFill>
                  <a:srgbClr val="00AAF0"/>
                </a:solidFill>
                <a:effectLst/>
                <a:uLnTx/>
                <a:uFillTx/>
                <a:latin typeface="Verdana"/>
                <a:ea typeface="Verdana"/>
                <a:sym typeface="Verdana"/>
              </a:rPr>
              <a:t>Overview of the </a:t>
            </a:r>
            <a:r>
              <a:rPr kumimoji="0" lang="en-US" sz="2400" b="1" i="0" u="none" strike="noStrike" kern="1200" cap="none" spc="0" normalizeH="0" baseline="0" noProof="0" dirty="0" err="1">
                <a:ln>
                  <a:noFill/>
                </a:ln>
                <a:solidFill>
                  <a:srgbClr val="00AAF0"/>
                </a:solidFill>
                <a:effectLst/>
                <a:uLnTx/>
                <a:uFillTx/>
                <a:latin typeface="Verdana"/>
                <a:ea typeface="Verdana"/>
                <a:sym typeface="Verdana"/>
              </a:rPr>
              <a:t>NextFlow</a:t>
            </a:r>
            <a:r>
              <a:rPr kumimoji="0" lang="en-US" sz="2400" b="1" i="0" u="none" strike="noStrike" kern="1200" cap="none" spc="0" normalizeH="0" baseline="0" noProof="0" dirty="0">
                <a:ln>
                  <a:noFill/>
                </a:ln>
                <a:solidFill>
                  <a:srgbClr val="00AAF0"/>
                </a:solidFill>
                <a:effectLst/>
                <a:uLnTx/>
                <a:uFillTx/>
                <a:latin typeface="Verdana"/>
                <a:ea typeface="Verdana"/>
                <a:sym typeface="Verdana"/>
              </a:rPr>
              <a:t> pipeline</a:t>
            </a:r>
          </a:p>
          <a:p>
            <a:pPr marL="0" indent="0">
              <a:spcBef>
                <a:spcPts val="0"/>
              </a:spcBef>
              <a:buNone/>
            </a:pPr>
            <a:endParaRPr lang="en-US" dirty="0"/>
          </a:p>
        </p:txBody>
      </p:sp>
      <p:sp>
        <p:nvSpPr>
          <p:cNvPr id="2" name="AutoShape 2">
            <a:extLst>
              <a:ext uri="{FF2B5EF4-FFF2-40B4-BE49-F238E27FC236}">
                <a16:creationId xmlns:a16="http://schemas.microsoft.com/office/drawing/2014/main" id="{EC42B543-A219-FB5D-55F8-AE27C424687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a:extLst>
              <a:ext uri="{FF2B5EF4-FFF2-40B4-BE49-F238E27FC236}">
                <a16:creationId xmlns:a16="http://schemas.microsoft.com/office/drawing/2014/main" id="{79FC3669-3AFA-83A2-B0C5-E25E13129728}"/>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Content Placeholder 2">
            <a:extLst>
              <a:ext uri="{FF2B5EF4-FFF2-40B4-BE49-F238E27FC236}">
                <a16:creationId xmlns:a16="http://schemas.microsoft.com/office/drawing/2014/main" id="{632B6CE1-2157-BAAF-82FB-C95115D7EFA6}"/>
              </a:ext>
            </a:extLst>
          </p:cNvPr>
          <p:cNvSpPr txBox="1">
            <a:spLocks/>
          </p:cNvSpPr>
          <p:nvPr/>
        </p:nvSpPr>
        <p:spPr>
          <a:xfrm>
            <a:off x="227120" y="1096170"/>
            <a:ext cx="8456843" cy="365125"/>
          </a:xfrm>
          <a:prstGeom prst="rect">
            <a:avLst/>
          </a:prstGeom>
          <a:solidFill>
            <a:schemeClr val="bg1"/>
          </a:solidFill>
          <a:ln w="28575">
            <a:solidFill>
              <a:srgbClr val="12A0CB"/>
            </a:solidFill>
          </a:ln>
        </p:spPr>
        <p:txBody>
          <a:bodyPr wrap="square" lIns="0" r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Clr>
                <a:srgbClr val="12A0CB"/>
              </a:buClr>
              <a:buNone/>
            </a:pPr>
            <a:r>
              <a:rPr lang="en-US" sz="1800" dirty="0"/>
              <a:t>Combine the execution of different tools into a formalized </a:t>
            </a:r>
            <a:r>
              <a:rPr lang="en-US" sz="1800" dirty="0" err="1"/>
              <a:t>NextFlow</a:t>
            </a:r>
            <a:r>
              <a:rPr lang="en-US" sz="1800" dirty="0"/>
              <a:t> application.</a:t>
            </a:r>
          </a:p>
          <a:p>
            <a:pPr marL="457200" lvl="1" indent="0">
              <a:buClr>
                <a:srgbClr val="12A0CB"/>
              </a:buClr>
              <a:buNone/>
            </a:pPr>
            <a:endParaRPr lang="en-US" sz="1800" dirty="0"/>
          </a:p>
        </p:txBody>
      </p:sp>
      <p:pic>
        <p:nvPicPr>
          <p:cNvPr id="5" name="Picture 4">
            <a:extLst>
              <a:ext uri="{FF2B5EF4-FFF2-40B4-BE49-F238E27FC236}">
                <a16:creationId xmlns:a16="http://schemas.microsoft.com/office/drawing/2014/main" id="{1CEB317B-315D-815F-95E1-E24EACA0300B}"/>
              </a:ext>
            </a:extLst>
          </p:cNvPr>
          <p:cNvPicPr>
            <a:picLocks noChangeAspect="1"/>
          </p:cNvPicPr>
          <p:nvPr/>
        </p:nvPicPr>
        <p:blipFill>
          <a:blip r:embed="rId2"/>
          <a:stretch>
            <a:fillRect/>
          </a:stretch>
        </p:blipFill>
        <p:spPr>
          <a:xfrm>
            <a:off x="882521" y="2598556"/>
            <a:ext cx="2683626" cy="3319014"/>
          </a:xfrm>
          <a:prstGeom prst="rect">
            <a:avLst/>
          </a:prstGeom>
        </p:spPr>
      </p:pic>
      <p:pic>
        <p:nvPicPr>
          <p:cNvPr id="6" name="Picture 5" descr="STAR_step3">
            <a:extLst>
              <a:ext uri="{FF2B5EF4-FFF2-40B4-BE49-F238E27FC236}">
                <a16:creationId xmlns:a16="http://schemas.microsoft.com/office/drawing/2014/main" id="{0152CD5C-AA21-62D4-48D4-1B34A3BB0DF5}"/>
              </a:ext>
            </a:extLst>
          </p:cNvPr>
          <p:cNvPicPr>
            <a:picLocks noChangeAspect="1"/>
          </p:cNvPicPr>
          <p:nvPr/>
        </p:nvPicPr>
        <p:blipFill>
          <a:blip r:embed="rId3"/>
          <a:stretch>
            <a:fillRect/>
          </a:stretch>
        </p:blipFill>
        <p:spPr>
          <a:xfrm>
            <a:off x="4566454" y="2691442"/>
            <a:ext cx="3059092" cy="4020522"/>
          </a:xfrm>
          <a:prstGeom prst="rect">
            <a:avLst/>
          </a:prstGeom>
        </p:spPr>
      </p:pic>
      <p:pic>
        <p:nvPicPr>
          <p:cNvPr id="8" name="Picture 7" descr="File:Nextflow logo.png - Wikimedia Commons">
            <a:extLst>
              <a:ext uri="{FF2B5EF4-FFF2-40B4-BE49-F238E27FC236}">
                <a16:creationId xmlns:a16="http://schemas.microsoft.com/office/drawing/2014/main" id="{BBCC08B7-928D-2DBB-8A20-64C11BE69171}"/>
              </a:ext>
            </a:extLst>
          </p:cNvPr>
          <p:cNvPicPr>
            <a:picLocks noChangeAspect="1"/>
          </p:cNvPicPr>
          <p:nvPr/>
        </p:nvPicPr>
        <p:blipFill>
          <a:blip r:embed="rId4"/>
          <a:stretch>
            <a:fillRect/>
          </a:stretch>
        </p:blipFill>
        <p:spPr>
          <a:xfrm>
            <a:off x="6897449" y="-8220"/>
            <a:ext cx="4782718" cy="959664"/>
          </a:xfrm>
          <a:prstGeom prst="rect">
            <a:avLst/>
          </a:prstGeom>
        </p:spPr>
      </p:pic>
      <p:sp>
        <p:nvSpPr>
          <p:cNvPr id="11" name="TextBox 10">
            <a:extLst>
              <a:ext uri="{FF2B5EF4-FFF2-40B4-BE49-F238E27FC236}">
                <a16:creationId xmlns:a16="http://schemas.microsoft.com/office/drawing/2014/main" id="{DB0558CF-B16D-B263-D178-81465D8967E3}"/>
              </a:ext>
            </a:extLst>
          </p:cNvPr>
          <p:cNvSpPr txBox="1"/>
          <p:nvPr/>
        </p:nvSpPr>
        <p:spPr>
          <a:xfrm>
            <a:off x="1151589" y="1749994"/>
            <a:ext cx="2111527" cy="646331"/>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dirty="0"/>
              <a:t>From </a:t>
            </a:r>
            <a:r>
              <a:rPr lang="en-GB" dirty="0" err="1"/>
              <a:t>FastQ</a:t>
            </a:r>
            <a:r>
              <a:rPr lang="en-GB" dirty="0"/>
              <a:t> reads to differential analysis</a:t>
            </a:r>
          </a:p>
        </p:txBody>
      </p:sp>
      <p:sp>
        <p:nvSpPr>
          <p:cNvPr id="13" name="TextBox 12">
            <a:extLst>
              <a:ext uri="{FF2B5EF4-FFF2-40B4-BE49-F238E27FC236}">
                <a16:creationId xmlns:a16="http://schemas.microsoft.com/office/drawing/2014/main" id="{8F6625F5-1AB0-8988-C536-E73BD6C7460A}"/>
              </a:ext>
            </a:extLst>
          </p:cNvPr>
          <p:cNvSpPr txBox="1"/>
          <p:nvPr/>
        </p:nvSpPr>
        <p:spPr>
          <a:xfrm>
            <a:off x="4254720" y="1675226"/>
            <a:ext cx="3682560" cy="923330"/>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dirty="0"/>
              <a:t>Each process only runs when needed (parameters changed, intermediate files changed or removed)</a:t>
            </a:r>
          </a:p>
        </p:txBody>
      </p:sp>
      <p:sp>
        <p:nvSpPr>
          <p:cNvPr id="17" name="TextBox 16">
            <a:extLst>
              <a:ext uri="{FF2B5EF4-FFF2-40B4-BE49-F238E27FC236}">
                <a16:creationId xmlns:a16="http://schemas.microsoft.com/office/drawing/2014/main" id="{B167B0BB-82CF-4657-379B-D2F72AC41606}"/>
              </a:ext>
            </a:extLst>
          </p:cNvPr>
          <p:cNvSpPr txBox="1"/>
          <p:nvPr/>
        </p:nvSpPr>
        <p:spPr>
          <a:xfrm>
            <a:off x="8773487" y="1851438"/>
            <a:ext cx="2552973" cy="646331"/>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dirty="0"/>
              <a:t>Keep analysis functional and robust with </a:t>
            </a:r>
            <a:r>
              <a:rPr lang="en-GB" dirty="0" err="1"/>
              <a:t>nf</a:t>
            </a:r>
            <a:r>
              <a:rPr lang="en-GB" dirty="0"/>
              <a:t>-test</a:t>
            </a:r>
          </a:p>
        </p:txBody>
      </p:sp>
      <p:pic>
        <p:nvPicPr>
          <p:cNvPr id="18" name="Picture 17" descr="nf-test">
            <a:extLst>
              <a:ext uri="{FF2B5EF4-FFF2-40B4-BE49-F238E27FC236}">
                <a16:creationId xmlns:a16="http://schemas.microsoft.com/office/drawing/2014/main" id="{F3F7C466-E811-74F2-7997-C1499F452698}"/>
              </a:ext>
            </a:extLst>
          </p:cNvPr>
          <p:cNvPicPr>
            <a:picLocks noChangeAspect="1"/>
          </p:cNvPicPr>
          <p:nvPr/>
        </p:nvPicPr>
        <p:blipFill>
          <a:blip r:embed="rId5"/>
          <a:stretch>
            <a:fillRect/>
          </a:stretch>
        </p:blipFill>
        <p:spPr>
          <a:xfrm>
            <a:off x="7863720" y="3733800"/>
            <a:ext cx="3326144" cy="3124200"/>
          </a:xfrm>
          <a:prstGeom prst="rect">
            <a:avLst/>
          </a:prstGeom>
        </p:spPr>
      </p:pic>
      <p:pic>
        <p:nvPicPr>
          <p:cNvPr id="27" name="Picture 26" descr="A simple test framework for Nextflow pipelines - Askimed">
            <a:extLst>
              <a:ext uri="{FF2B5EF4-FFF2-40B4-BE49-F238E27FC236}">
                <a16:creationId xmlns:a16="http://schemas.microsoft.com/office/drawing/2014/main" id="{566B5137-347E-52A6-F9D0-4E95F4FB92A2}"/>
              </a:ext>
            </a:extLst>
          </p:cNvPr>
          <p:cNvPicPr>
            <a:picLocks noChangeAspect="1"/>
          </p:cNvPicPr>
          <p:nvPr/>
        </p:nvPicPr>
        <p:blipFill>
          <a:blip r:embed="rId6"/>
          <a:stretch>
            <a:fillRect/>
          </a:stretch>
        </p:blipFill>
        <p:spPr>
          <a:xfrm>
            <a:off x="8294470" y="2868319"/>
            <a:ext cx="3511006" cy="1035747"/>
          </a:xfrm>
          <a:prstGeom prst="rect">
            <a:avLst/>
          </a:prstGeom>
        </p:spPr>
      </p:pic>
    </p:spTree>
    <p:extLst>
      <p:ext uri="{BB962C8B-B14F-4D97-AF65-F5344CB8AC3E}">
        <p14:creationId xmlns:p14="http://schemas.microsoft.com/office/powerpoint/2010/main" val="2931963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081D6-B3ED-7723-F805-54CA73047DBE}"/>
            </a:ext>
          </a:extLst>
        </p:cNvPr>
        <p:cNvGrpSpPr/>
        <p:nvPr/>
      </p:nvGrpSpPr>
      <p:grpSpPr>
        <a:xfrm>
          <a:off x="0" y="0"/>
          <a:ext cx="0" cy="0"/>
          <a:chOff x="0" y="0"/>
          <a:chExt cx="0" cy="0"/>
        </a:xfrm>
      </p:grpSpPr>
      <p:sp>
        <p:nvSpPr>
          <p:cNvPr id="4" name="Marcador de Posição do Número do Diapositivo 3">
            <a:extLst>
              <a:ext uri="{FF2B5EF4-FFF2-40B4-BE49-F238E27FC236}">
                <a16:creationId xmlns:a16="http://schemas.microsoft.com/office/drawing/2014/main" id="{09A16DE4-0DDC-FBBE-9E11-A6783E179601}"/>
              </a:ext>
            </a:extLst>
          </p:cNvPr>
          <p:cNvSpPr>
            <a:spLocks noGrp="1"/>
          </p:cNvSpPr>
          <p:nvPr>
            <p:ph type="sldNum" sz="quarter" idx="11"/>
          </p:nvPr>
        </p:nvSpPr>
        <p:spPr/>
        <p:txBody>
          <a:bodyPr/>
          <a:lstStyle/>
          <a:p>
            <a:fld id="{20B01981-BAC9-448B-9192-9C05FAA59408}" type="slidenum">
              <a:rPr lang="en-US" noProof="0" smtClean="0"/>
              <a:pPr/>
              <a:t>5</a:t>
            </a:fld>
            <a:endParaRPr lang="en-US" noProof="0" dirty="0"/>
          </a:p>
        </p:txBody>
      </p:sp>
      <p:sp>
        <p:nvSpPr>
          <p:cNvPr id="7" name="Google Shape;129;p24">
            <a:extLst>
              <a:ext uri="{FF2B5EF4-FFF2-40B4-BE49-F238E27FC236}">
                <a16:creationId xmlns:a16="http://schemas.microsoft.com/office/drawing/2014/main" id="{6B36F799-88E6-8752-AB2A-CF4E8FAE58E7}"/>
              </a:ext>
            </a:extLst>
          </p:cNvPr>
          <p:cNvSpPr txBox="1">
            <a:spLocks/>
          </p:cNvSpPr>
          <p:nvPr/>
        </p:nvSpPr>
        <p:spPr>
          <a:xfrm>
            <a:off x="450518" y="399459"/>
            <a:ext cx="8897667" cy="643280"/>
          </a:xfrm>
          <a:prstGeom prst="rect">
            <a:avLst/>
          </a:prstGeom>
          <a:noFill/>
          <a:ln>
            <a:noFill/>
          </a:ln>
        </p:spPr>
        <p:txBody>
          <a:bodyPr spcFirstLastPara="1" vert="horz" wrap="square" lIns="91433" tIns="45700" rIns="91433"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AAF0"/>
              </a:buClr>
              <a:buSzPts val="1800"/>
              <a:buFont typeface="Arial" panose="020B0604020202020204" pitchFamily="34" charset="0"/>
              <a:buNone/>
              <a:tabLst/>
              <a:defRPr/>
            </a:pPr>
            <a:r>
              <a:rPr lang="en-US" sz="2400" b="1" dirty="0">
                <a:solidFill>
                  <a:srgbClr val="00AAF0"/>
                </a:solidFill>
                <a:latin typeface="Verdana"/>
                <a:ea typeface="Verdana"/>
                <a:sym typeface="Verdana"/>
              </a:rPr>
              <a:t>On the shoulders of little giants</a:t>
            </a:r>
            <a:endParaRPr kumimoji="0" lang="en-US" sz="2400" b="1" i="0" u="none" strike="noStrike" kern="1200" cap="none" spc="0" normalizeH="0" baseline="0" noProof="0" dirty="0">
              <a:ln>
                <a:noFill/>
              </a:ln>
              <a:solidFill>
                <a:srgbClr val="00AAF0"/>
              </a:solidFill>
              <a:effectLst/>
              <a:uLnTx/>
              <a:uFillTx/>
              <a:latin typeface="Verdana"/>
              <a:ea typeface="Verdana"/>
              <a:sym typeface="Verdana"/>
            </a:endParaRPr>
          </a:p>
          <a:p>
            <a:pPr marL="0" indent="0">
              <a:spcBef>
                <a:spcPts val="0"/>
              </a:spcBef>
              <a:buNone/>
            </a:pPr>
            <a:endParaRPr lang="en-US" dirty="0"/>
          </a:p>
        </p:txBody>
      </p:sp>
      <p:sp>
        <p:nvSpPr>
          <p:cNvPr id="2" name="AutoShape 2">
            <a:extLst>
              <a:ext uri="{FF2B5EF4-FFF2-40B4-BE49-F238E27FC236}">
                <a16:creationId xmlns:a16="http://schemas.microsoft.com/office/drawing/2014/main" id="{B00A798B-909B-BF3D-BBB4-940D5EAF61F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a:extLst>
              <a:ext uri="{FF2B5EF4-FFF2-40B4-BE49-F238E27FC236}">
                <a16:creationId xmlns:a16="http://schemas.microsoft.com/office/drawing/2014/main" id="{88F082B5-1DA5-69C3-A188-6C294B31438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Content Placeholder 2">
            <a:extLst>
              <a:ext uri="{FF2B5EF4-FFF2-40B4-BE49-F238E27FC236}">
                <a16:creationId xmlns:a16="http://schemas.microsoft.com/office/drawing/2014/main" id="{416B2963-D912-FCAE-AF94-E3CC46E39FB6}"/>
              </a:ext>
            </a:extLst>
          </p:cNvPr>
          <p:cNvSpPr txBox="1">
            <a:spLocks/>
          </p:cNvSpPr>
          <p:nvPr/>
        </p:nvSpPr>
        <p:spPr>
          <a:xfrm>
            <a:off x="227121" y="1096170"/>
            <a:ext cx="7514208" cy="365125"/>
          </a:xfrm>
          <a:prstGeom prst="rect">
            <a:avLst/>
          </a:prstGeom>
          <a:solidFill>
            <a:schemeClr val="bg1"/>
          </a:solidFill>
          <a:ln w="28575">
            <a:solidFill>
              <a:srgbClr val="12A0CB"/>
            </a:solidFill>
          </a:ln>
        </p:spPr>
        <p:txBody>
          <a:bodyPr wrap="square" lIns="0" r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Clr>
                <a:srgbClr val="12A0CB"/>
              </a:buClr>
              <a:buNone/>
            </a:pPr>
            <a:r>
              <a:rPr lang="en-US" sz="1800" dirty="0"/>
              <a:t>Tools build on tools. Access the work of others, and publish your own.</a:t>
            </a:r>
          </a:p>
          <a:p>
            <a:pPr marL="457200" lvl="1" indent="0">
              <a:buClr>
                <a:srgbClr val="12A0CB"/>
              </a:buClr>
              <a:buNone/>
            </a:pPr>
            <a:endParaRPr lang="en-US" sz="1800" dirty="0"/>
          </a:p>
        </p:txBody>
      </p:sp>
      <p:sp>
        <p:nvSpPr>
          <p:cNvPr id="11" name="TextBox 10">
            <a:extLst>
              <a:ext uri="{FF2B5EF4-FFF2-40B4-BE49-F238E27FC236}">
                <a16:creationId xmlns:a16="http://schemas.microsoft.com/office/drawing/2014/main" id="{C382A1D6-7004-A70B-5C45-26A8DA4CD76D}"/>
              </a:ext>
            </a:extLst>
          </p:cNvPr>
          <p:cNvSpPr txBox="1"/>
          <p:nvPr/>
        </p:nvSpPr>
        <p:spPr>
          <a:xfrm>
            <a:off x="1467775" y="1986110"/>
            <a:ext cx="3047549" cy="646331"/>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dirty="0"/>
              <a:t>Readily available pipelines for many case studies at </a:t>
            </a:r>
            <a:r>
              <a:rPr lang="en-GB" dirty="0" err="1"/>
              <a:t>nf</a:t>
            </a:r>
            <a:r>
              <a:rPr lang="en-GB" dirty="0"/>
              <a:t>-core</a:t>
            </a:r>
          </a:p>
        </p:txBody>
      </p:sp>
      <p:sp>
        <p:nvSpPr>
          <p:cNvPr id="13" name="TextBox 12">
            <a:extLst>
              <a:ext uri="{FF2B5EF4-FFF2-40B4-BE49-F238E27FC236}">
                <a16:creationId xmlns:a16="http://schemas.microsoft.com/office/drawing/2014/main" id="{92613071-9F77-EA4B-17AA-BDC825797B1A}"/>
              </a:ext>
            </a:extLst>
          </p:cNvPr>
          <p:cNvSpPr txBox="1"/>
          <p:nvPr/>
        </p:nvSpPr>
        <p:spPr>
          <a:xfrm>
            <a:off x="7299760" y="1986111"/>
            <a:ext cx="3424465" cy="646331"/>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dirty="0"/>
              <a:t>Learn about the Conda ecosystem and management of packages</a:t>
            </a:r>
          </a:p>
        </p:txBody>
      </p:sp>
      <p:pic>
        <p:nvPicPr>
          <p:cNvPr id="10" name="Picture 9" descr="GCB 2020 Tutorial — Bioconda documentation">
            <a:extLst>
              <a:ext uri="{FF2B5EF4-FFF2-40B4-BE49-F238E27FC236}">
                <a16:creationId xmlns:a16="http://schemas.microsoft.com/office/drawing/2014/main" id="{48C43218-58B1-D9E2-9A56-6ED48D993624}"/>
              </a:ext>
            </a:extLst>
          </p:cNvPr>
          <p:cNvPicPr>
            <a:picLocks noChangeAspect="1"/>
          </p:cNvPicPr>
          <p:nvPr/>
        </p:nvPicPr>
        <p:blipFill>
          <a:blip r:embed="rId2"/>
          <a:stretch>
            <a:fillRect/>
          </a:stretch>
        </p:blipFill>
        <p:spPr>
          <a:xfrm>
            <a:off x="6489106" y="2883243"/>
            <a:ext cx="4528083" cy="3043712"/>
          </a:xfrm>
          <a:prstGeom prst="rect">
            <a:avLst/>
          </a:prstGeom>
        </p:spPr>
      </p:pic>
      <p:pic>
        <p:nvPicPr>
          <p:cNvPr id="12" name="Picture 11" descr="Docs: Overview">
            <a:extLst>
              <a:ext uri="{FF2B5EF4-FFF2-40B4-BE49-F238E27FC236}">
                <a16:creationId xmlns:a16="http://schemas.microsoft.com/office/drawing/2014/main" id="{402C51AA-7D1E-EA86-AE15-E4559EDF53F1}"/>
              </a:ext>
            </a:extLst>
          </p:cNvPr>
          <p:cNvPicPr>
            <a:picLocks noChangeAspect="1"/>
          </p:cNvPicPr>
          <p:nvPr/>
        </p:nvPicPr>
        <p:blipFill>
          <a:blip r:embed="rId3"/>
          <a:stretch>
            <a:fillRect/>
          </a:stretch>
        </p:blipFill>
        <p:spPr>
          <a:xfrm>
            <a:off x="227121" y="2800434"/>
            <a:ext cx="5323114" cy="2794635"/>
          </a:xfrm>
          <a:prstGeom prst="rect">
            <a:avLst/>
          </a:prstGeom>
        </p:spPr>
      </p:pic>
    </p:spTree>
    <p:extLst>
      <p:ext uri="{BB962C8B-B14F-4D97-AF65-F5344CB8AC3E}">
        <p14:creationId xmlns:p14="http://schemas.microsoft.com/office/powerpoint/2010/main" val="3738630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85403-7C7B-8AF0-8071-03038DB3B7BE}"/>
            </a:ext>
          </a:extLst>
        </p:cNvPr>
        <p:cNvGrpSpPr/>
        <p:nvPr/>
      </p:nvGrpSpPr>
      <p:grpSpPr>
        <a:xfrm>
          <a:off x="0" y="0"/>
          <a:ext cx="0" cy="0"/>
          <a:chOff x="0" y="0"/>
          <a:chExt cx="0" cy="0"/>
        </a:xfrm>
      </p:grpSpPr>
      <p:sp>
        <p:nvSpPr>
          <p:cNvPr id="4" name="Marcador de Posição do Número do Diapositivo 3">
            <a:extLst>
              <a:ext uri="{FF2B5EF4-FFF2-40B4-BE49-F238E27FC236}">
                <a16:creationId xmlns:a16="http://schemas.microsoft.com/office/drawing/2014/main" id="{87635FB7-76E2-6779-2D0A-F723772B88E4}"/>
              </a:ext>
            </a:extLst>
          </p:cNvPr>
          <p:cNvSpPr>
            <a:spLocks noGrp="1"/>
          </p:cNvSpPr>
          <p:nvPr>
            <p:ph type="sldNum" sz="quarter" idx="11"/>
          </p:nvPr>
        </p:nvSpPr>
        <p:spPr/>
        <p:txBody>
          <a:bodyPr/>
          <a:lstStyle/>
          <a:p>
            <a:fld id="{20B01981-BAC9-448B-9192-9C05FAA59408}" type="slidenum">
              <a:rPr lang="en-US" noProof="0" smtClean="0"/>
              <a:pPr/>
              <a:t>6</a:t>
            </a:fld>
            <a:endParaRPr lang="en-US" noProof="0" dirty="0"/>
          </a:p>
        </p:txBody>
      </p:sp>
      <p:sp>
        <p:nvSpPr>
          <p:cNvPr id="7" name="Google Shape;129;p24">
            <a:extLst>
              <a:ext uri="{FF2B5EF4-FFF2-40B4-BE49-F238E27FC236}">
                <a16:creationId xmlns:a16="http://schemas.microsoft.com/office/drawing/2014/main" id="{4167CD63-0154-0B7C-90F6-7828D39C2359}"/>
              </a:ext>
            </a:extLst>
          </p:cNvPr>
          <p:cNvSpPr txBox="1">
            <a:spLocks/>
          </p:cNvSpPr>
          <p:nvPr/>
        </p:nvSpPr>
        <p:spPr>
          <a:xfrm>
            <a:off x="450518" y="399459"/>
            <a:ext cx="9987631" cy="643280"/>
          </a:xfrm>
          <a:prstGeom prst="rect">
            <a:avLst/>
          </a:prstGeom>
          <a:noFill/>
          <a:ln>
            <a:noFill/>
          </a:ln>
        </p:spPr>
        <p:txBody>
          <a:bodyPr spcFirstLastPara="1" vert="horz" wrap="square" lIns="91433" tIns="45700" rIns="91433"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AAF0"/>
              </a:buClr>
              <a:buSzPts val="1800"/>
              <a:buFont typeface="Arial" panose="020B0604020202020204" pitchFamily="34" charset="0"/>
              <a:buNone/>
              <a:tabLst/>
              <a:defRPr/>
            </a:pPr>
            <a:r>
              <a:rPr kumimoji="0" lang="en-US" sz="2400" b="1" i="0" u="none" strike="noStrike" kern="1200" cap="none" spc="0" normalizeH="0" baseline="0" noProof="0" dirty="0">
                <a:ln>
                  <a:noFill/>
                </a:ln>
                <a:solidFill>
                  <a:srgbClr val="00AAF0"/>
                </a:solidFill>
                <a:effectLst/>
                <a:uLnTx/>
                <a:uFillTx/>
                <a:latin typeface="Verdana"/>
                <a:ea typeface="Verdana"/>
                <a:sym typeface="Verdana"/>
              </a:rPr>
              <a:t>Before the workshop – create a GitHub account</a:t>
            </a:r>
          </a:p>
          <a:p>
            <a:pPr marL="0" indent="0">
              <a:spcBef>
                <a:spcPts val="0"/>
              </a:spcBef>
              <a:buNone/>
            </a:pPr>
            <a:endParaRPr lang="en-US" dirty="0"/>
          </a:p>
        </p:txBody>
      </p:sp>
      <p:sp>
        <p:nvSpPr>
          <p:cNvPr id="8" name="Content Placeholder 2">
            <a:extLst>
              <a:ext uri="{FF2B5EF4-FFF2-40B4-BE49-F238E27FC236}">
                <a16:creationId xmlns:a16="http://schemas.microsoft.com/office/drawing/2014/main" id="{A80F582B-FEA0-8C4E-944E-1405EB5AB899}"/>
              </a:ext>
            </a:extLst>
          </p:cNvPr>
          <p:cNvSpPr txBox="1">
            <a:spLocks/>
          </p:cNvSpPr>
          <p:nvPr/>
        </p:nvSpPr>
        <p:spPr>
          <a:xfrm>
            <a:off x="668840" y="1293961"/>
            <a:ext cx="10312586" cy="48739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12A0CB"/>
              </a:buClr>
            </a:pPr>
            <a:r>
              <a:rPr lang="en-US" dirty="0"/>
              <a:t>GitHub (</a:t>
            </a:r>
            <a:r>
              <a:rPr lang="en-US" dirty="0">
                <a:hlinkClick r:id="rId2"/>
              </a:rPr>
              <a:t>https://github.com/</a:t>
            </a:r>
            <a:r>
              <a:rPr lang="en-US" dirty="0"/>
              <a:t>) is where modern code happens.</a:t>
            </a:r>
          </a:p>
          <a:p>
            <a:pPr lvl="1">
              <a:buClr>
                <a:srgbClr val="12A0CB"/>
              </a:buClr>
            </a:pPr>
            <a:endParaRPr lang="en-US" dirty="0"/>
          </a:p>
          <a:p>
            <a:pPr lvl="1">
              <a:buClr>
                <a:srgbClr val="12A0CB"/>
              </a:buClr>
            </a:pPr>
            <a:r>
              <a:rPr lang="en-US" dirty="0"/>
              <a:t>Creating an account on GitHub will unlock many functionalities, some of which are required for this workshop.</a:t>
            </a:r>
          </a:p>
        </p:txBody>
      </p:sp>
    </p:spTree>
    <p:extLst>
      <p:ext uri="{BB962C8B-B14F-4D97-AF65-F5344CB8AC3E}">
        <p14:creationId xmlns:p14="http://schemas.microsoft.com/office/powerpoint/2010/main" val="1538975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D5DAE-8A22-C5C8-E65D-EE03D0C125BC}"/>
            </a:ext>
          </a:extLst>
        </p:cNvPr>
        <p:cNvGrpSpPr/>
        <p:nvPr/>
      </p:nvGrpSpPr>
      <p:grpSpPr>
        <a:xfrm>
          <a:off x="0" y="0"/>
          <a:ext cx="0" cy="0"/>
          <a:chOff x="0" y="0"/>
          <a:chExt cx="0" cy="0"/>
        </a:xfrm>
      </p:grpSpPr>
      <p:sp>
        <p:nvSpPr>
          <p:cNvPr id="4" name="Marcador de Posição do Número do Diapositivo 3">
            <a:extLst>
              <a:ext uri="{FF2B5EF4-FFF2-40B4-BE49-F238E27FC236}">
                <a16:creationId xmlns:a16="http://schemas.microsoft.com/office/drawing/2014/main" id="{6626CFFF-8098-0DC5-2854-6E28823A8C0D}"/>
              </a:ext>
            </a:extLst>
          </p:cNvPr>
          <p:cNvSpPr>
            <a:spLocks noGrp="1"/>
          </p:cNvSpPr>
          <p:nvPr>
            <p:ph type="sldNum" sz="quarter" idx="11"/>
          </p:nvPr>
        </p:nvSpPr>
        <p:spPr/>
        <p:txBody>
          <a:bodyPr/>
          <a:lstStyle/>
          <a:p>
            <a:fld id="{20B01981-BAC9-448B-9192-9C05FAA59408}" type="slidenum">
              <a:rPr lang="en-US" noProof="0" smtClean="0"/>
              <a:pPr/>
              <a:t>7</a:t>
            </a:fld>
            <a:endParaRPr lang="en-US" noProof="0" dirty="0"/>
          </a:p>
        </p:txBody>
      </p:sp>
      <p:sp>
        <p:nvSpPr>
          <p:cNvPr id="7" name="Google Shape;129;p24">
            <a:extLst>
              <a:ext uri="{FF2B5EF4-FFF2-40B4-BE49-F238E27FC236}">
                <a16:creationId xmlns:a16="http://schemas.microsoft.com/office/drawing/2014/main" id="{B9B6D5D9-61C6-1720-3EE6-DBCF9B31A72F}"/>
              </a:ext>
            </a:extLst>
          </p:cNvPr>
          <p:cNvSpPr txBox="1">
            <a:spLocks/>
          </p:cNvSpPr>
          <p:nvPr/>
        </p:nvSpPr>
        <p:spPr>
          <a:xfrm>
            <a:off x="450518" y="399459"/>
            <a:ext cx="9987631" cy="643280"/>
          </a:xfrm>
          <a:prstGeom prst="rect">
            <a:avLst/>
          </a:prstGeom>
          <a:noFill/>
          <a:ln>
            <a:noFill/>
          </a:ln>
        </p:spPr>
        <p:txBody>
          <a:bodyPr spcFirstLastPara="1" vert="horz" wrap="square" lIns="91433" tIns="45700" rIns="91433"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AAF0"/>
              </a:buClr>
              <a:buSzPts val="1800"/>
              <a:buFont typeface="Arial" panose="020B0604020202020204" pitchFamily="34" charset="0"/>
              <a:buNone/>
              <a:tabLst/>
              <a:defRPr/>
            </a:pPr>
            <a:r>
              <a:rPr kumimoji="0" lang="en-US" sz="2400" b="1" i="0" u="none" strike="noStrike" kern="1200" cap="none" spc="0" normalizeH="0" baseline="0" noProof="0" dirty="0">
                <a:ln>
                  <a:noFill/>
                </a:ln>
                <a:solidFill>
                  <a:srgbClr val="00AAF0"/>
                </a:solidFill>
                <a:effectLst/>
                <a:uLnTx/>
                <a:uFillTx/>
                <a:latin typeface="Verdana"/>
                <a:ea typeface="Verdana"/>
                <a:sym typeface="Verdana"/>
              </a:rPr>
              <a:t>Before the workshop – test access to Puli</a:t>
            </a:r>
          </a:p>
          <a:p>
            <a:pPr marL="0" indent="0">
              <a:spcBef>
                <a:spcPts val="0"/>
              </a:spcBef>
              <a:buNone/>
            </a:pPr>
            <a:endParaRPr lang="en-US" dirty="0"/>
          </a:p>
        </p:txBody>
      </p:sp>
      <p:sp>
        <p:nvSpPr>
          <p:cNvPr id="8" name="Content Placeholder 2">
            <a:extLst>
              <a:ext uri="{FF2B5EF4-FFF2-40B4-BE49-F238E27FC236}">
                <a16:creationId xmlns:a16="http://schemas.microsoft.com/office/drawing/2014/main" id="{EFE15314-1A4A-DC12-D1FF-EB413833A326}"/>
              </a:ext>
            </a:extLst>
          </p:cNvPr>
          <p:cNvSpPr txBox="1">
            <a:spLocks/>
          </p:cNvSpPr>
          <p:nvPr/>
        </p:nvSpPr>
        <p:spPr>
          <a:xfrm>
            <a:off x="668840" y="1293961"/>
            <a:ext cx="10854320" cy="48739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12A0CB"/>
              </a:buClr>
            </a:pPr>
            <a:r>
              <a:rPr lang="en-US" b="1" dirty="0"/>
              <a:t>If you didn’t access Puli before</a:t>
            </a:r>
          </a:p>
          <a:p>
            <a:pPr lvl="1">
              <a:buClr>
                <a:srgbClr val="12A0CB"/>
              </a:buClr>
            </a:pPr>
            <a:endParaRPr lang="en-US" dirty="0"/>
          </a:p>
          <a:p>
            <a:pPr lvl="1">
              <a:buClr>
                <a:srgbClr val="12A0CB"/>
              </a:buClr>
            </a:pPr>
            <a:r>
              <a:rPr lang="en-US" dirty="0"/>
              <a:t>Attempt accessing Puli through the command: ssh &lt;username&gt;</a:t>
            </a:r>
            <a:r>
              <a:rPr lang="en-US" dirty="0">
                <a:hlinkClick r:id="rId2"/>
              </a:rPr>
              <a:t>@puli.hcemm.eu</a:t>
            </a:r>
            <a:endParaRPr lang="en-US" dirty="0"/>
          </a:p>
          <a:p>
            <a:pPr lvl="2">
              <a:buClr>
                <a:srgbClr val="12A0CB"/>
              </a:buClr>
            </a:pPr>
            <a:r>
              <a:rPr lang="en-US" dirty="0"/>
              <a:t>Change &lt;username&gt; to the value provided by email</a:t>
            </a:r>
          </a:p>
          <a:p>
            <a:pPr lvl="2">
              <a:buClr>
                <a:srgbClr val="12A0CB"/>
              </a:buClr>
            </a:pPr>
            <a:r>
              <a:rPr lang="en-US" dirty="0"/>
              <a:t>Input the password provided by email</a:t>
            </a:r>
          </a:p>
          <a:p>
            <a:pPr marL="457200" lvl="1" indent="0">
              <a:buClr>
                <a:srgbClr val="12A0CB"/>
              </a:buClr>
              <a:buNone/>
            </a:pPr>
            <a:endParaRPr lang="en-US" dirty="0"/>
          </a:p>
          <a:p>
            <a:pPr lvl="1">
              <a:buClr>
                <a:srgbClr val="12A0CB"/>
              </a:buClr>
            </a:pPr>
            <a:r>
              <a:rPr lang="en-US" dirty="0"/>
              <a:t>If no error shows up, you have access to the supercomputer!</a:t>
            </a:r>
          </a:p>
          <a:p>
            <a:pPr lvl="1">
              <a:buClr>
                <a:srgbClr val="12A0CB"/>
              </a:buClr>
            </a:pPr>
            <a:endParaRPr lang="en-US" dirty="0"/>
          </a:p>
          <a:p>
            <a:pPr lvl="1">
              <a:buClr>
                <a:srgbClr val="12A0CB"/>
              </a:buClr>
            </a:pPr>
            <a:r>
              <a:rPr lang="en-US" dirty="0"/>
              <a:t>Otherwise, please email us: </a:t>
            </a:r>
          </a:p>
          <a:p>
            <a:pPr lvl="2">
              <a:buClr>
                <a:srgbClr val="12A0CB"/>
              </a:buClr>
            </a:pPr>
            <a:r>
              <a:rPr lang="en-US" dirty="0">
                <a:hlinkClick r:id="rId3"/>
              </a:rPr>
              <a:t>maria.kavoosi@hcemm.eu</a:t>
            </a:r>
            <a:endParaRPr lang="en-US" dirty="0"/>
          </a:p>
          <a:p>
            <a:pPr lvl="2">
              <a:buClr>
                <a:srgbClr val="12A0CB"/>
              </a:buClr>
            </a:pPr>
            <a:r>
              <a:rPr lang="en-US" dirty="0">
                <a:hlinkClick r:id="rId4"/>
              </a:rPr>
              <a:t>joao.sequeira@hcemm.eu</a:t>
            </a:r>
            <a:endParaRPr lang="en-US" dirty="0"/>
          </a:p>
        </p:txBody>
      </p:sp>
    </p:spTree>
    <p:extLst>
      <p:ext uri="{BB962C8B-B14F-4D97-AF65-F5344CB8AC3E}">
        <p14:creationId xmlns:p14="http://schemas.microsoft.com/office/powerpoint/2010/main" val="1730374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E2686-4BA7-2945-8E68-62FF0E0903E9}"/>
            </a:ext>
          </a:extLst>
        </p:cNvPr>
        <p:cNvGrpSpPr/>
        <p:nvPr/>
      </p:nvGrpSpPr>
      <p:grpSpPr>
        <a:xfrm>
          <a:off x="0" y="0"/>
          <a:ext cx="0" cy="0"/>
          <a:chOff x="0" y="0"/>
          <a:chExt cx="0" cy="0"/>
        </a:xfrm>
      </p:grpSpPr>
      <p:sp>
        <p:nvSpPr>
          <p:cNvPr id="4" name="Marcador de Posição do Número do Diapositivo 3">
            <a:extLst>
              <a:ext uri="{FF2B5EF4-FFF2-40B4-BE49-F238E27FC236}">
                <a16:creationId xmlns:a16="http://schemas.microsoft.com/office/drawing/2014/main" id="{4DCC7EBE-D17F-7582-ABC3-5828E7EF859F}"/>
              </a:ext>
            </a:extLst>
          </p:cNvPr>
          <p:cNvSpPr>
            <a:spLocks noGrp="1"/>
          </p:cNvSpPr>
          <p:nvPr>
            <p:ph type="sldNum" sz="quarter" idx="11"/>
          </p:nvPr>
        </p:nvSpPr>
        <p:spPr/>
        <p:txBody>
          <a:bodyPr/>
          <a:lstStyle/>
          <a:p>
            <a:fld id="{20B01981-BAC9-448B-9192-9C05FAA59408}" type="slidenum">
              <a:rPr lang="en-US" noProof="0" smtClean="0"/>
              <a:pPr/>
              <a:t>8</a:t>
            </a:fld>
            <a:endParaRPr lang="en-US" noProof="0" dirty="0"/>
          </a:p>
        </p:txBody>
      </p:sp>
      <p:sp>
        <p:nvSpPr>
          <p:cNvPr id="7" name="Google Shape;129;p24">
            <a:extLst>
              <a:ext uri="{FF2B5EF4-FFF2-40B4-BE49-F238E27FC236}">
                <a16:creationId xmlns:a16="http://schemas.microsoft.com/office/drawing/2014/main" id="{1F6FC838-00D4-7FD6-6D3C-168C9DA2BB74}"/>
              </a:ext>
            </a:extLst>
          </p:cNvPr>
          <p:cNvSpPr txBox="1">
            <a:spLocks/>
          </p:cNvSpPr>
          <p:nvPr/>
        </p:nvSpPr>
        <p:spPr>
          <a:xfrm>
            <a:off x="450518" y="399459"/>
            <a:ext cx="9987631" cy="643280"/>
          </a:xfrm>
          <a:prstGeom prst="rect">
            <a:avLst/>
          </a:prstGeom>
          <a:noFill/>
          <a:ln>
            <a:noFill/>
          </a:ln>
        </p:spPr>
        <p:txBody>
          <a:bodyPr spcFirstLastPara="1" vert="horz" wrap="square" lIns="91433" tIns="45700" rIns="91433"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00AAF0"/>
              </a:buClr>
              <a:buSzPts val="1800"/>
              <a:buFont typeface="Arial" panose="020B0604020202020204" pitchFamily="34" charset="0"/>
              <a:buNone/>
              <a:tabLst/>
              <a:defRPr/>
            </a:pPr>
            <a:r>
              <a:rPr kumimoji="0" lang="en-US" sz="2400" b="1" i="0" u="none" strike="noStrike" kern="1200" cap="none" spc="0" normalizeH="0" baseline="0" noProof="0" dirty="0">
                <a:ln>
                  <a:noFill/>
                </a:ln>
                <a:solidFill>
                  <a:srgbClr val="00AAF0"/>
                </a:solidFill>
                <a:effectLst/>
                <a:uLnTx/>
                <a:uFillTx/>
                <a:latin typeface="Verdana"/>
                <a:ea typeface="Verdana"/>
                <a:sym typeface="Verdana"/>
              </a:rPr>
              <a:t>Before the workshop – install VS code</a:t>
            </a:r>
          </a:p>
          <a:p>
            <a:pPr marL="0" indent="0">
              <a:spcBef>
                <a:spcPts val="0"/>
              </a:spcBef>
              <a:buNone/>
            </a:pPr>
            <a:endParaRPr lang="en-US" dirty="0"/>
          </a:p>
        </p:txBody>
      </p:sp>
      <p:sp>
        <p:nvSpPr>
          <p:cNvPr id="8" name="Content Placeholder 2">
            <a:extLst>
              <a:ext uri="{FF2B5EF4-FFF2-40B4-BE49-F238E27FC236}">
                <a16:creationId xmlns:a16="http://schemas.microsoft.com/office/drawing/2014/main" id="{51FA5E4A-425C-DEB3-92A3-4747F3C62016}"/>
              </a:ext>
            </a:extLst>
          </p:cNvPr>
          <p:cNvSpPr txBox="1">
            <a:spLocks/>
          </p:cNvSpPr>
          <p:nvPr/>
        </p:nvSpPr>
        <p:spPr>
          <a:xfrm>
            <a:off x="668840" y="1293961"/>
            <a:ext cx="10854320" cy="48739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12A0CB"/>
              </a:buClr>
            </a:pPr>
            <a:r>
              <a:rPr lang="en-US" dirty="0"/>
              <a:t>An </a:t>
            </a:r>
            <a:r>
              <a:rPr lang="en-US" dirty="0">
                <a:hlinkClick r:id="rId2"/>
              </a:rPr>
              <a:t>IDE</a:t>
            </a:r>
            <a:r>
              <a:rPr lang="en-US" dirty="0"/>
              <a:t> makes writing/running code easier</a:t>
            </a:r>
          </a:p>
          <a:p>
            <a:pPr lvl="1">
              <a:buClr>
                <a:srgbClr val="12A0CB"/>
              </a:buClr>
            </a:pPr>
            <a:endParaRPr lang="en-US" dirty="0"/>
          </a:p>
          <a:p>
            <a:pPr lvl="1">
              <a:buClr>
                <a:srgbClr val="12A0CB"/>
              </a:buClr>
            </a:pPr>
            <a:r>
              <a:rPr lang="en-US" dirty="0"/>
              <a:t>This tutorial will be based on </a:t>
            </a:r>
            <a:r>
              <a:rPr lang="en-US" dirty="0">
                <a:hlinkClick r:id="rId3"/>
              </a:rPr>
              <a:t>VS code</a:t>
            </a:r>
            <a:r>
              <a:rPr lang="en-US" dirty="0"/>
              <a:t>. You should bring a computer with it installed.</a:t>
            </a:r>
          </a:p>
          <a:p>
            <a:pPr lvl="1">
              <a:buClr>
                <a:srgbClr val="12A0CB"/>
              </a:buClr>
            </a:pPr>
            <a:endParaRPr lang="en-US" dirty="0"/>
          </a:p>
          <a:p>
            <a:pPr lvl="1">
              <a:buClr>
                <a:srgbClr val="12A0CB"/>
              </a:buClr>
            </a:pPr>
            <a:r>
              <a:rPr lang="en-US" dirty="0"/>
              <a:t>Five groups will be composed from the 10 trainees attending the workshop. As such, it is not required to install VS code, if your group partner (chosen at the time of the workshop) has it installed.</a:t>
            </a:r>
          </a:p>
          <a:p>
            <a:pPr lvl="1">
              <a:buClr>
                <a:srgbClr val="12A0CB"/>
              </a:buClr>
            </a:pPr>
            <a:endParaRPr lang="en-US" dirty="0"/>
          </a:p>
          <a:p>
            <a:pPr lvl="1">
              <a:buClr>
                <a:srgbClr val="12A0CB"/>
              </a:buClr>
            </a:pPr>
            <a:r>
              <a:rPr lang="en-US" dirty="0"/>
              <a:t>Still, if you intend to experiment the lessons on your system, it is highly advisable to install VS code.</a:t>
            </a:r>
          </a:p>
        </p:txBody>
      </p:sp>
    </p:spTree>
    <p:extLst>
      <p:ext uri="{BB962C8B-B14F-4D97-AF65-F5344CB8AC3E}">
        <p14:creationId xmlns:p14="http://schemas.microsoft.com/office/powerpoint/2010/main" val="2535207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o Número do Diapositivo 3">
            <a:extLst>
              <a:ext uri="{FF2B5EF4-FFF2-40B4-BE49-F238E27FC236}">
                <a16:creationId xmlns:a16="http://schemas.microsoft.com/office/drawing/2014/main" id="{AAF88E92-C673-4C8D-A504-5C01A074BE15}"/>
              </a:ext>
            </a:extLst>
          </p:cNvPr>
          <p:cNvSpPr txBox="1">
            <a:spLocks/>
          </p:cNvSpPr>
          <p:nvPr/>
        </p:nvSpPr>
        <p:spPr>
          <a:xfrm>
            <a:off x="209179" y="6394340"/>
            <a:ext cx="429126" cy="365125"/>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B01981-BAC9-448B-9192-9C05FAA59408}" type="slidenum">
              <a:rPr lang="en-US" sz="1200" b="1" noProof="0" smtClean="0">
                <a:solidFill>
                  <a:schemeClr val="bg1"/>
                </a:solidFill>
                <a:latin typeface="+mj-lt"/>
              </a:rPr>
              <a:pPr/>
              <a:t>9</a:t>
            </a:fld>
            <a:endParaRPr lang="en-US" sz="1200" b="1" noProof="0" dirty="0">
              <a:solidFill>
                <a:schemeClr val="bg1"/>
              </a:solidFill>
              <a:latin typeface="+mj-lt"/>
            </a:endParaRPr>
          </a:p>
        </p:txBody>
      </p:sp>
      <p:sp>
        <p:nvSpPr>
          <p:cNvPr id="8" name="Text Placeholder 7">
            <a:extLst>
              <a:ext uri="{FF2B5EF4-FFF2-40B4-BE49-F238E27FC236}">
                <a16:creationId xmlns:a16="http://schemas.microsoft.com/office/drawing/2014/main" id="{5A446DA4-BC32-08EA-5ADC-C65D845DA317}"/>
              </a:ext>
            </a:extLst>
          </p:cNvPr>
          <p:cNvSpPr txBox="1">
            <a:spLocks/>
          </p:cNvSpPr>
          <p:nvPr/>
        </p:nvSpPr>
        <p:spPr>
          <a:xfrm>
            <a:off x="3109118" y="3585419"/>
            <a:ext cx="5973763" cy="27118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00AAF0"/>
                </a:solidFill>
                <a:effectLst/>
                <a:uLnTx/>
                <a:uFillTx/>
                <a:latin typeface="Verdana" panose="020B0604030504040204" pitchFamily="34" charset="0"/>
                <a:ea typeface="Verdana" panose="020B0604030504040204" pitchFamily="34" charset="0"/>
              </a:rPr>
              <a:t>See you at the workshop!</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000" b="1" dirty="0">
              <a:solidFill>
                <a:srgbClr val="00AAF0"/>
              </a:solidFill>
              <a:latin typeface="Verdana" panose="020B0604030504040204" pitchFamily="34" charset="0"/>
              <a:ea typeface="Verdana" panose="020B060403050404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0AAF0"/>
                </a:solidFill>
                <a:effectLst/>
                <a:uLnTx/>
                <a:uFillTx/>
                <a:latin typeface="Verdana" panose="020B0604030504040204" pitchFamily="34" charset="0"/>
                <a:ea typeface="Verdana" panose="020B0604030504040204" pitchFamily="34" charset="0"/>
              </a:rPr>
              <a:t>And for any questions, don’t hesitate contacting:</a:t>
            </a:r>
          </a:p>
          <a:p>
            <a:pPr marL="0" indent="0" algn="ctr">
              <a:buNone/>
              <a:defRPr/>
            </a:pPr>
            <a:r>
              <a:rPr lang="en-US" sz="1800" b="1" dirty="0">
                <a:solidFill>
                  <a:srgbClr val="00AAF0"/>
                </a:solidFill>
                <a:latin typeface="Verdana" panose="020B0604030504040204" pitchFamily="34" charset="0"/>
                <a:ea typeface="Verdana" panose="020B0604030504040204" pitchFamily="34" charset="0"/>
                <a:hlinkClick r:id="rId2"/>
              </a:rPr>
              <a:t>Maria.Kavoosi@hcemm.eu</a:t>
            </a:r>
            <a:endParaRPr lang="en-US" sz="1800" b="1" dirty="0">
              <a:solidFill>
                <a:srgbClr val="00AAF0"/>
              </a:solidFill>
              <a:latin typeface="Verdana" panose="020B0604030504040204" pitchFamily="34" charset="0"/>
              <a:ea typeface="Verdana" panose="020B060403050404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1" dirty="0">
                <a:solidFill>
                  <a:srgbClr val="00AAF0"/>
                </a:solidFill>
                <a:latin typeface="Verdana" panose="020B0604030504040204" pitchFamily="34" charset="0"/>
                <a:ea typeface="Verdana" panose="020B0604030504040204" pitchFamily="34" charset="0"/>
                <a:hlinkClick r:id="rId3"/>
              </a:rPr>
              <a:t>Joao.Sequeira@hcemm.eu</a:t>
            </a:r>
            <a:endParaRPr lang="en-US" sz="1800" b="1" dirty="0">
              <a:solidFill>
                <a:srgbClr val="00AAF0"/>
              </a:solidFill>
              <a:latin typeface="Verdana" panose="020B0604030504040204" pitchFamily="34" charset="0"/>
              <a:ea typeface="Verdana" panose="020B0604030504040204" pitchFamily="34" charset="0"/>
            </a:endParaRPr>
          </a:p>
          <a:p>
            <a:pPr marL="0" lvl="0" indent="0" algn="ctr">
              <a:buNone/>
              <a:defRPr/>
            </a:pPr>
            <a:r>
              <a:rPr lang="en-US" sz="1800" b="1" dirty="0">
                <a:solidFill>
                  <a:srgbClr val="00AAF0"/>
                </a:solidFill>
                <a:latin typeface="Verdana" panose="020B0604030504040204" pitchFamily="34" charset="0"/>
                <a:ea typeface="Verdana" panose="020B0604030504040204" pitchFamily="34" charset="0"/>
                <a:hlinkClick r:id="rId4"/>
              </a:rPr>
              <a:t>Istvan.Szepesi-Nagy@hcemm.eu</a:t>
            </a:r>
            <a:endParaRPr lang="en-US" sz="1800" b="1" dirty="0">
              <a:solidFill>
                <a:srgbClr val="00AAF0"/>
              </a:solidFill>
              <a:latin typeface="Verdana" panose="020B0604030504040204" pitchFamily="34" charset="0"/>
              <a:ea typeface="Verdana" panose="020B0604030504040204" pitchFamily="34" charset="0"/>
            </a:endParaRPr>
          </a:p>
        </p:txBody>
      </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Myriad Pro"/>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6" id="{777394DB-89E5-5947-A806-3D77D4ACE7EC}" vid="{2E4A4D21-71AC-AA4E-9AF2-ACDB3D6CD4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ustom 1">
      <a:dk1>
        <a:srgbClr val="FFFFFF"/>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1840</TotalTime>
  <Words>514</Words>
  <Application>Microsoft Office PowerPoint</Application>
  <PresentationFormat>Widescreen</PresentationFormat>
  <Paragraphs>72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Myriad Pro</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João Sequeira</cp:lastModifiedBy>
  <cp:revision>239</cp:revision>
  <dcterms:created xsi:type="dcterms:W3CDTF">2021-03-07T20:33:45Z</dcterms:created>
  <dcterms:modified xsi:type="dcterms:W3CDTF">2026-06-30T15:02:04Z</dcterms:modified>
</cp:coreProperties>
</file>